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e84f3cbe4b441e" /><Relationship Type="http://schemas.openxmlformats.org/officeDocument/2006/relationships/extended-properties" Target="/docProps/app.xml" Id="R1ee3f90d589d496d" /><Relationship Type="http://schemas.openxmlformats.org/officeDocument/2006/relationships/officeDocument" Target="/ppt/presentation.xml" Id="Ra2693ffbebb5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03524bd3847d8"/>
  </p:sldMasterIdLst>
  <p:notesMasterIdLst>
    <p:notesMasterId xmlns:r="http://schemas.openxmlformats.org/officeDocument/2006/relationships" r:id="Rdfc2a837940f4ef4"/>
  </p:notesMasterIdLst>
  <p:sldIdLst>
    <p:sldId xmlns:r="http://schemas.openxmlformats.org/officeDocument/2006/relationships" id="256" r:id="R2ecb269987444f65"/>
    <p:sldId xmlns:r="http://schemas.openxmlformats.org/officeDocument/2006/relationships" id="257" r:id="R75bf85cccbd04151"/>
    <p:sldId xmlns:r="http://schemas.openxmlformats.org/officeDocument/2006/relationships" id="258" r:id="R6045b8fac7c84bed"/>
    <p:sldId xmlns:r="http://schemas.openxmlformats.org/officeDocument/2006/relationships" id="259" r:id="R34c5c9f93cd34c8e"/>
    <p:sldId xmlns:r="http://schemas.openxmlformats.org/officeDocument/2006/relationships" id="260" r:id="R3b6fe5fc03b74bba"/>
    <p:sldId xmlns:r="http://schemas.openxmlformats.org/officeDocument/2006/relationships" id="261" r:id="R94c0eb2c2ac74271"/>
    <p:sldId xmlns:r="http://schemas.openxmlformats.org/officeDocument/2006/relationships" id="262" r:id="Rb2fde035f0a14ecd"/>
    <p:sldId xmlns:r="http://schemas.openxmlformats.org/officeDocument/2006/relationships" id="263" r:id="Rd6704dd607bd42f7"/>
    <p:sldId xmlns:r="http://schemas.openxmlformats.org/officeDocument/2006/relationships" id="264" r:id="R07ba7d21be6444a3"/>
    <p:sldId xmlns:r="http://schemas.openxmlformats.org/officeDocument/2006/relationships" id="265" r:id="R15def0fe330e47a2"/>
    <p:sldId xmlns:r="http://schemas.openxmlformats.org/officeDocument/2006/relationships" id="266" r:id="R55c6cf42c16949e8"/>
    <p:sldId xmlns:r="http://schemas.openxmlformats.org/officeDocument/2006/relationships" id="267" r:id="Rf267ba3f0a0b4749"/>
    <p:sldId xmlns:r="http://schemas.openxmlformats.org/officeDocument/2006/relationships" id="268" r:id="R1ab00c78a5454a3b"/>
    <p:sldId xmlns:r="http://schemas.openxmlformats.org/officeDocument/2006/relationships" id="269" r:id="R2b90f8f013da4111"/>
    <p:sldId xmlns:r="http://schemas.openxmlformats.org/officeDocument/2006/relationships" id="270" r:id="R6932441577bb4482"/>
    <p:sldId xmlns:r="http://schemas.openxmlformats.org/officeDocument/2006/relationships" id="271" r:id="R1141d9b7f30d4773"/>
    <p:sldId xmlns:r="http://schemas.openxmlformats.org/officeDocument/2006/relationships" id="272" r:id="R7b37c219a50b4c19"/>
    <p:sldId xmlns:r="http://schemas.openxmlformats.org/officeDocument/2006/relationships" id="273" r:id="R472d283eccc44840"/>
    <p:sldId xmlns:r="http://schemas.openxmlformats.org/officeDocument/2006/relationships" id="274" r:id="R91ef50ee84eb4db3"/>
    <p:sldId xmlns:r="http://schemas.openxmlformats.org/officeDocument/2006/relationships" id="275" r:id="R50eba06e35aa47ca"/>
    <p:sldId xmlns:r="http://schemas.openxmlformats.org/officeDocument/2006/relationships" id="276" r:id="R308f5b0c36d54ea9"/>
    <p:sldId xmlns:r="http://schemas.openxmlformats.org/officeDocument/2006/relationships" id="277" r:id="R38da0382a9ec43ab"/>
    <p:sldId xmlns:r="http://schemas.openxmlformats.org/officeDocument/2006/relationships" id="278" r:id="R8243bf82cbd44e89"/>
    <p:sldId xmlns:r="http://schemas.openxmlformats.org/officeDocument/2006/relationships" id="279" r:id="R612d9f6e8e164daa"/>
    <p:sldId xmlns:r="http://schemas.openxmlformats.org/officeDocument/2006/relationships" id="280" r:id="R53b6dcba88e44ff9"/>
    <p:sldId xmlns:r="http://schemas.openxmlformats.org/officeDocument/2006/relationships" id="281" r:id="R135356fbe13f412c"/>
    <p:sldId xmlns:r="http://schemas.openxmlformats.org/officeDocument/2006/relationships" id="282" r:id="R542a503ff65c4067"/>
    <p:sldId xmlns:r="http://schemas.openxmlformats.org/officeDocument/2006/relationships" id="283" r:id="R91bf856fb34a467f"/>
    <p:sldId xmlns:r="http://schemas.openxmlformats.org/officeDocument/2006/relationships" id="284" r:id="Rba178fa7b9644ebc"/>
    <p:sldId xmlns:r="http://schemas.openxmlformats.org/officeDocument/2006/relationships" id="285" r:id="Ref42b9951d4048dc"/>
    <p:sldId xmlns:r="http://schemas.openxmlformats.org/officeDocument/2006/relationships" id="286" r:id="R4d7edb7a82b14b14"/>
    <p:sldId xmlns:r="http://schemas.openxmlformats.org/officeDocument/2006/relationships" id="287" r:id="R5dd884078a394772"/>
    <p:sldId xmlns:r="http://schemas.openxmlformats.org/officeDocument/2006/relationships" id="288" r:id="Rf986d95980ad4c84"/>
    <p:sldId xmlns:r="http://schemas.openxmlformats.org/officeDocument/2006/relationships" id="289" r:id="Rd7a318ceb65f4b1a"/>
    <p:sldId xmlns:r="http://schemas.openxmlformats.org/officeDocument/2006/relationships" id="290" r:id="R2a61df35f488427d"/>
    <p:sldId xmlns:r="http://schemas.openxmlformats.org/officeDocument/2006/relationships" id="291" r:id="Rca1a8d69f94646b4"/>
    <p:sldId xmlns:r="http://schemas.openxmlformats.org/officeDocument/2006/relationships" id="292" r:id="Rc3c88675ea5e4e51"/>
    <p:sldId xmlns:r="http://schemas.openxmlformats.org/officeDocument/2006/relationships" id="293" r:id="Rdca79d61bf714030"/>
    <p:sldId xmlns:r="http://schemas.openxmlformats.org/officeDocument/2006/relationships" id="294" r:id="R93976779bb1549f7"/>
    <p:sldId xmlns:r="http://schemas.openxmlformats.org/officeDocument/2006/relationships" id="295" r:id="Re9c78741852f43e7"/>
    <p:sldId xmlns:r="http://schemas.openxmlformats.org/officeDocument/2006/relationships" id="296" r:id="R02a446e293c64b43"/>
    <p:sldId xmlns:r="http://schemas.openxmlformats.org/officeDocument/2006/relationships" id="297" r:id="Rf0353a714b6f4751"/>
    <p:sldId xmlns:r="http://schemas.openxmlformats.org/officeDocument/2006/relationships" id="298" r:id="R64d627f113bb4213"/>
    <p:sldId xmlns:r="http://schemas.openxmlformats.org/officeDocument/2006/relationships" id="299" r:id="R753c323c90df42f5"/>
    <p:sldId xmlns:r="http://schemas.openxmlformats.org/officeDocument/2006/relationships" id="300" r:id="R1b5c1372665242ff"/>
    <p:sldId xmlns:r="http://schemas.openxmlformats.org/officeDocument/2006/relationships" id="301" r:id="R03262233a46f49c1"/>
    <p:sldId xmlns:r="http://schemas.openxmlformats.org/officeDocument/2006/relationships" id="302" r:id="R428d4d0533af4859"/>
    <p:sldId xmlns:r="http://schemas.openxmlformats.org/officeDocument/2006/relationships" id="303" r:id="Rc32800f8aa824b54"/>
    <p:sldId xmlns:r="http://schemas.openxmlformats.org/officeDocument/2006/relationships" id="304" r:id="R43554932109b4ab3"/>
    <p:sldId xmlns:r="http://schemas.openxmlformats.org/officeDocument/2006/relationships" id="305" r:id="R54eb8af3d04d427d"/>
    <p:sldId xmlns:r="http://schemas.openxmlformats.org/officeDocument/2006/relationships" id="306" r:id="R8fca49055822466a"/>
    <p:sldId xmlns:r="http://schemas.openxmlformats.org/officeDocument/2006/relationships" id="307" r:id="Rb4abff504fcc4bbc"/>
    <p:sldId xmlns:r="http://schemas.openxmlformats.org/officeDocument/2006/relationships" id="308" r:id="Rce3267aa3fbd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d2a7a13bf647ef" /><Relationship Type="http://schemas.openxmlformats.org/officeDocument/2006/relationships/slideMaster" Target="/ppt/slideMasters/slideMaster1.xml" Id="R41103524bd3847d8" /><Relationship Type="http://schemas.openxmlformats.org/officeDocument/2006/relationships/notesMaster" Target="/ppt/notesMasters/notesMaster1.xml" Id="Rdfc2a837940f4ef4" /><Relationship Type="http://schemas.openxmlformats.org/officeDocument/2006/relationships/presProps" Target="/ppt/presProps.xml" Id="R12bf3aa954da475e" /><Relationship Type="http://schemas.openxmlformats.org/officeDocument/2006/relationships/tableStyles" Target="/ppt/tableStyles.xml" Id="R04f2e48df7044394" /><Relationship Type="http://schemas.openxmlformats.org/officeDocument/2006/relationships/slide" Target="/ppt/slides/slide1.xml" Id="R2ecb269987444f65" /><Relationship Type="http://schemas.openxmlformats.org/officeDocument/2006/relationships/slide" Target="/ppt/slides/slide2.xml" Id="R75bf85cccbd04151" /><Relationship Type="http://schemas.openxmlformats.org/officeDocument/2006/relationships/slide" Target="/ppt/slides/slide3.xml" Id="R6045b8fac7c84bed" /><Relationship Type="http://schemas.openxmlformats.org/officeDocument/2006/relationships/slide" Target="/ppt/slides/slide4.xml" Id="R34c5c9f93cd34c8e" /><Relationship Type="http://schemas.openxmlformats.org/officeDocument/2006/relationships/slide" Target="/ppt/slides/slide5.xml" Id="R3b6fe5fc03b74bba" /><Relationship Type="http://schemas.openxmlformats.org/officeDocument/2006/relationships/slide" Target="/ppt/slides/slide6.xml" Id="R94c0eb2c2ac74271" /><Relationship Type="http://schemas.openxmlformats.org/officeDocument/2006/relationships/slide" Target="/ppt/slides/slide7.xml" Id="Rb2fde035f0a14ecd" /><Relationship Type="http://schemas.openxmlformats.org/officeDocument/2006/relationships/slide" Target="/ppt/slides/slide8.xml" Id="Rd6704dd607bd42f7" /><Relationship Type="http://schemas.openxmlformats.org/officeDocument/2006/relationships/slide" Target="/ppt/slides/slide9.xml" Id="R07ba7d21be6444a3" /><Relationship Type="http://schemas.openxmlformats.org/officeDocument/2006/relationships/slide" Target="/ppt/slides/slide10.xml" Id="R15def0fe330e47a2" /><Relationship Type="http://schemas.openxmlformats.org/officeDocument/2006/relationships/slide" Target="/ppt/slides/slide11.xml" Id="R55c6cf42c16949e8" /><Relationship Type="http://schemas.openxmlformats.org/officeDocument/2006/relationships/slide" Target="/ppt/slides/slide12.xml" Id="Rf267ba3f0a0b4749" /><Relationship Type="http://schemas.openxmlformats.org/officeDocument/2006/relationships/slide" Target="/ppt/slides/slide13.xml" Id="R1ab00c78a5454a3b" /><Relationship Type="http://schemas.openxmlformats.org/officeDocument/2006/relationships/slide" Target="/ppt/slides/slide14.xml" Id="R2b90f8f013da4111" /><Relationship Type="http://schemas.openxmlformats.org/officeDocument/2006/relationships/slide" Target="/ppt/slides/slide15.xml" Id="R6932441577bb4482" /><Relationship Type="http://schemas.openxmlformats.org/officeDocument/2006/relationships/slide" Target="/ppt/slides/slide16.xml" Id="R1141d9b7f30d4773" /><Relationship Type="http://schemas.openxmlformats.org/officeDocument/2006/relationships/slide" Target="/ppt/slides/slide17.xml" Id="R7b37c219a50b4c19" /><Relationship Type="http://schemas.openxmlformats.org/officeDocument/2006/relationships/slide" Target="/ppt/slides/slide18.xml" Id="R472d283eccc44840" /><Relationship Type="http://schemas.openxmlformats.org/officeDocument/2006/relationships/slide" Target="/ppt/slides/slide19.xml" Id="R91ef50ee84eb4db3" /><Relationship Type="http://schemas.openxmlformats.org/officeDocument/2006/relationships/slide" Target="/ppt/slides/slide20.xml" Id="R50eba06e35aa47ca" /><Relationship Type="http://schemas.openxmlformats.org/officeDocument/2006/relationships/slide" Target="/ppt/slides/slide21.xml" Id="R308f5b0c36d54ea9" /><Relationship Type="http://schemas.openxmlformats.org/officeDocument/2006/relationships/slide" Target="/ppt/slides/slide22.xml" Id="R38da0382a9ec43ab" /><Relationship Type="http://schemas.openxmlformats.org/officeDocument/2006/relationships/slide" Target="/ppt/slides/slide23.xml" Id="R8243bf82cbd44e89" /><Relationship Type="http://schemas.openxmlformats.org/officeDocument/2006/relationships/slide" Target="/ppt/slides/slide24.xml" Id="R612d9f6e8e164daa" /><Relationship Type="http://schemas.openxmlformats.org/officeDocument/2006/relationships/slide" Target="/ppt/slides/slide25.xml" Id="R53b6dcba88e44ff9" /><Relationship Type="http://schemas.openxmlformats.org/officeDocument/2006/relationships/slide" Target="/ppt/slides/slide26.xml" Id="R135356fbe13f412c" /><Relationship Type="http://schemas.openxmlformats.org/officeDocument/2006/relationships/slide" Target="/ppt/slides/slide27.xml" Id="R542a503ff65c4067" /><Relationship Type="http://schemas.openxmlformats.org/officeDocument/2006/relationships/slide" Target="/ppt/slides/slide28.xml" Id="R91bf856fb34a467f" /><Relationship Type="http://schemas.openxmlformats.org/officeDocument/2006/relationships/slide" Target="/ppt/slides/slide29.xml" Id="Rba178fa7b9644ebc" /><Relationship Type="http://schemas.openxmlformats.org/officeDocument/2006/relationships/slide" Target="/ppt/slides/slide30.xml" Id="Ref42b9951d4048dc" /><Relationship Type="http://schemas.openxmlformats.org/officeDocument/2006/relationships/slide" Target="/ppt/slides/slide31.xml" Id="R4d7edb7a82b14b14" /><Relationship Type="http://schemas.openxmlformats.org/officeDocument/2006/relationships/slide" Target="/ppt/slides/slide32.xml" Id="R5dd884078a394772" /><Relationship Type="http://schemas.openxmlformats.org/officeDocument/2006/relationships/slide" Target="/ppt/slides/slide33.xml" Id="Rf986d95980ad4c84" /><Relationship Type="http://schemas.openxmlformats.org/officeDocument/2006/relationships/slide" Target="/ppt/slides/slide34.xml" Id="Rd7a318ceb65f4b1a" /><Relationship Type="http://schemas.openxmlformats.org/officeDocument/2006/relationships/slide" Target="/ppt/slides/slide35.xml" Id="R2a61df35f488427d" /><Relationship Type="http://schemas.openxmlformats.org/officeDocument/2006/relationships/slide" Target="/ppt/slides/slide36.xml" Id="Rca1a8d69f94646b4" /><Relationship Type="http://schemas.openxmlformats.org/officeDocument/2006/relationships/slide" Target="/ppt/slides/slide37.xml" Id="Rc3c88675ea5e4e51" /><Relationship Type="http://schemas.openxmlformats.org/officeDocument/2006/relationships/slide" Target="/ppt/slides/slide38.xml" Id="Rdca79d61bf714030" /><Relationship Type="http://schemas.openxmlformats.org/officeDocument/2006/relationships/slide" Target="/ppt/slides/slide39.xml" Id="R93976779bb1549f7" /><Relationship Type="http://schemas.openxmlformats.org/officeDocument/2006/relationships/slide" Target="/ppt/slides/slide40.xml" Id="Re9c78741852f43e7" /><Relationship Type="http://schemas.openxmlformats.org/officeDocument/2006/relationships/slide" Target="/ppt/slides/slide41.xml" Id="R02a446e293c64b43" /><Relationship Type="http://schemas.openxmlformats.org/officeDocument/2006/relationships/slide" Target="/ppt/slides/slide42.xml" Id="Rf0353a714b6f4751" /><Relationship Type="http://schemas.openxmlformats.org/officeDocument/2006/relationships/slide" Target="/ppt/slides/slide43.xml" Id="R64d627f113bb4213" /><Relationship Type="http://schemas.openxmlformats.org/officeDocument/2006/relationships/slide" Target="/ppt/slides/slide44.xml" Id="R753c323c90df42f5" /><Relationship Type="http://schemas.openxmlformats.org/officeDocument/2006/relationships/slide" Target="/ppt/slides/slide45.xml" Id="R1b5c1372665242ff" /><Relationship Type="http://schemas.openxmlformats.org/officeDocument/2006/relationships/slide" Target="/ppt/slides/slide46.xml" Id="R03262233a46f49c1" /><Relationship Type="http://schemas.openxmlformats.org/officeDocument/2006/relationships/slide" Target="/ppt/slides/slide47.xml" Id="R428d4d0533af4859" /><Relationship Type="http://schemas.openxmlformats.org/officeDocument/2006/relationships/slide" Target="/ppt/slides/slide48.xml" Id="Rc32800f8aa824b54" /><Relationship Type="http://schemas.openxmlformats.org/officeDocument/2006/relationships/slide" Target="/ppt/slides/slide49.xml" Id="R43554932109b4ab3" /><Relationship Type="http://schemas.openxmlformats.org/officeDocument/2006/relationships/slide" Target="/ppt/slides/slide50.xml" Id="R54eb8af3d04d427d" /><Relationship Type="http://schemas.openxmlformats.org/officeDocument/2006/relationships/slide" Target="/ppt/slides/slide51.xml" Id="R8fca49055822466a" /><Relationship Type="http://schemas.openxmlformats.org/officeDocument/2006/relationships/slide" Target="/ppt/slides/slide52.xml" Id="Rb4abff504fcc4bbc" /><Relationship Type="http://schemas.openxmlformats.org/officeDocument/2006/relationships/slide" Target="/ppt/slides/slide53.xml" Id="Rce3267aa3fbd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89f1c7b874e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dcf01b4044f84" /><Relationship Type="http://schemas.openxmlformats.org/officeDocument/2006/relationships/notesMaster" Target="/ppt/notesMasters/notesMaster1.xml" Id="Rf6b168fc8601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168823ba044af" /><Relationship Type="http://schemas.openxmlformats.org/officeDocument/2006/relationships/notesMaster" Target="/ppt/notesMasters/notesMaster1.xml" Id="R29df3cab245f4f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5f9442dfe4768" /><Relationship Type="http://schemas.openxmlformats.org/officeDocument/2006/relationships/notesMaster" Target="/ppt/notesMasters/notesMaster1.xml" Id="R251c885020b246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1725398354b99" /><Relationship Type="http://schemas.openxmlformats.org/officeDocument/2006/relationships/notesMaster" Target="/ppt/notesMasters/notesMaster1.xml" Id="R80284b06acf0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99df1ddea4d79" /><Relationship Type="http://schemas.openxmlformats.org/officeDocument/2006/relationships/notesMaster" Target="/ppt/notesMasters/notesMaster1.xml" Id="R7d2619d709a242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12726824e4234" /><Relationship Type="http://schemas.openxmlformats.org/officeDocument/2006/relationships/notesMaster" Target="/ppt/notesMasters/notesMaster1.xml" Id="R63fb46233157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b8a002561341bb" /><Relationship Type="http://schemas.openxmlformats.org/officeDocument/2006/relationships/notesMaster" Target="/ppt/notesMasters/notesMaster1.xml" Id="Reed4fb3e16d1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35b1005b644b80" /><Relationship Type="http://schemas.openxmlformats.org/officeDocument/2006/relationships/notesMaster" Target="/ppt/notesMasters/notesMaster1.xml" Id="Rcf96a1af70c0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ab188cb47a4444" /><Relationship Type="http://schemas.openxmlformats.org/officeDocument/2006/relationships/notesMaster" Target="/ppt/notesMasters/notesMaster1.xml" Id="R5ca5974470d9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fef78d31934979" /><Relationship Type="http://schemas.openxmlformats.org/officeDocument/2006/relationships/notesMaster" Target="/ppt/notesMasters/notesMaster1.xml" Id="R0b2f6282096440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cb4b41a9b941b5" /><Relationship Type="http://schemas.openxmlformats.org/officeDocument/2006/relationships/notesMaster" Target="/ppt/notesMasters/notesMaster1.xml" Id="R5433b8936a1845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4f1eec3e424911" /><Relationship Type="http://schemas.openxmlformats.org/officeDocument/2006/relationships/notesMaster" Target="/ppt/notesMasters/notesMaster1.xml" Id="R76c1d2241c6141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38506c9c5e4579" /><Relationship Type="http://schemas.openxmlformats.org/officeDocument/2006/relationships/notesMaster" Target="/ppt/notesMasters/notesMaster1.xml" Id="Rb83d616d951a47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cc165f233d4306" /><Relationship Type="http://schemas.openxmlformats.org/officeDocument/2006/relationships/notesMaster" Target="/ppt/notesMasters/notesMaster1.xml" Id="Ree1257a66ddf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d1ae19204f4669" /><Relationship Type="http://schemas.openxmlformats.org/officeDocument/2006/relationships/notesMaster" Target="/ppt/notesMasters/notesMaster1.xml" Id="Ra6535cd50ff748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b4e14d440d4a08" /><Relationship Type="http://schemas.openxmlformats.org/officeDocument/2006/relationships/notesMaster" Target="/ppt/notesMasters/notesMaster1.xml" Id="R3d0111b9ea6148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153b3f276c4cb3" /><Relationship Type="http://schemas.openxmlformats.org/officeDocument/2006/relationships/notesMaster" Target="/ppt/notesMasters/notesMaster1.xml" Id="Rbdcf1c3d00c441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a1c135c6104db1" /><Relationship Type="http://schemas.openxmlformats.org/officeDocument/2006/relationships/notesMaster" Target="/ppt/notesMasters/notesMaster1.xml" Id="R9155068c6ba44b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421fa14d434c62" /><Relationship Type="http://schemas.openxmlformats.org/officeDocument/2006/relationships/notesMaster" Target="/ppt/notesMasters/notesMaster1.xml" Id="Rd01c14e906a649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f80700d2f64991" /><Relationship Type="http://schemas.openxmlformats.org/officeDocument/2006/relationships/notesMaster" Target="/ppt/notesMasters/notesMaster1.xml" Id="R63985f3bab814d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6b91b501ff4384" /><Relationship Type="http://schemas.openxmlformats.org/officeDocument/2006/relationships/notesMaster" Target="/ppt/notesMasters/notesMaster1.xml" Id="R7190d5468c8244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588948255c487d" /><Relationship Type="http://schemas.openxmlformats.org/officeDocument/2006/relationships/notesMaster" Target="/ppt/notesMasters/notesMaster1.xml" Id="Ra1af8b5e84ad40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d1ce40726844e3" /><Relationship Type="http://schemas.openxmlformats.org/officeDocument/2006/relationships/notesMaster" Target="/ppt/notesMasters/notesMaster1.xml" Id="Rde085a50441e43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3472b4635748f5" /><Relationship Type="http://schemas.openxmlformats.org/officeDocument/2006/relationships/notesMaster" Target="/ppt/notesMasters/notesMaster1.xml" Id="R9e0d5769d2a946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9f8cbdacaa4eb2" /><Relationship Type="http://schemas.openxmlformats.org/officeDocument/2006/relationships/notesMaster" Target="/ppt/notesMasters/notesMaster1.xml" Id="Rd2950913047140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c2500750544fc4" /><Relationship Type="http://schemas.openxmlformats.org/officeDocument/2006/relationships/notesMaster" Target="/ppt/notesMasters/notesMaster1.xml" Id="Rea6155a0e97342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3fc486352840ea" /><Relationship Type="http://schemas.openxmlformats.org/officeDocument/2006/relationships/notesMaster" Target="/ppt/notesMasters/notesMaster1.xml" Id="Rc972f6b0573c4e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9efebe08614dd2" /><Relationship Type="http://schemas.openxmlformats.org/officeDocument/2006/relationships/notesMaster" Target="/ppt/notesMasters/notesMaster1.xml" Id="Rd4d1b47225aa49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5c64f4ec5e4958" /><Relationship Type="http://schemas.openxmlformats.org/officeDocument/2006/relationships/notesMaster" Target="/ppt/notesMasters/notesMaster1.xml" Id="R94c9839ef0c84a3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e89d0cf2a5482a" /><Relationship Type="http://schemas.openxmlformats.org/officeDocument/2006/relationships/notesMaster" Target="/ppt/notesMasters/notesMaster1.xml" Id="R6609a0028a94407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264f75e18040dc" /><Relationship Type="http://schemas.openxmlformats.org/officeDocument/2006/relationships/notesMaster" Target="/ppt/notesMasters/notesMaster1.xml" Id="Rf775c690351142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af25d724b04a1c" /><Relationship Type="http://schemas.openxmlformats.org/officeDocument/2006/relationships/notesMaster" Target="/ppt/notesMasters/notesMaster1.xml" Id="Rbeb634af7e6b477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59a1644e10a45b3" /><Relationship Type="http://schemas.openxmlformats.org/officeDocument/2006/relationships/notesMaster" Target="/ppt/notesMasters/notesMaster1.xml" Id="R3eae4ad009fe445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3abdcb7fb04434f" /><Relationship Type="http://schemas.openxmlformats.org/officeDocument/2006/relationships/notesMaster" Target="/ppt/notesMasters/notesMaster1.xml" Id="R8917a87bc1c5432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ee585efee764db0" /><Relationship Type="http://schemas.openxmlformats.org/officeDocument/2006/relationships/notesMaster" Target="/ppt/notesMasters/notesMaster1.xml" Id="R6f8e71afd91f416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e0abd1bf5c44c53" /><Relationship Type="http://schemas.openxmlformats.org/officeDocument/2006/relationships/notesMaster" Target="/ppt/notesMasters/notesMaster1.xml" Id="Rdbb30574ca044f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750f632a1d943ed" /><Relationship Type="http://schemas.openxmlformats.org/officeDocument/2006/relationships/notesMaster" Target="/ppt/notesMasters/notesMaster1.xml" Id="R67e2cce8286b4f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7e0c2051db4c89" /><Relationship Type="http://schemas.openxmlformats.org/officeDocument/2006/relationships/notesMaster" Target="/ppt/notesMasters/notesMaster1.xml" Id="R2161f08d5b1a48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049d0c27178441c" /><Relationship Type="http://schemas.openxmlformats.org/officeDocument/2006/relationships/notesMaster" Target="/ppt/notesMasters/notesMaster1.xml" Id="R8830e8fe6e744a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bd99e1cb7594ada" /><Relationship Type="http://schemas.openxmlformats.org/officeDocument/2006/relationships/notesMaster" Target="/ppt/notesMasters/notesMaster1.xml" Id="R47e639563a31488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49ab59dc0f941d5" /><Relationship Type="http://schemas.openxmlformats.org/officeDocument/2006/relationships/notesMaster" Target="/ppt/notesMasters/notesMaster1.xml" Id="Ra4a5ddfc6df04c6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9ffdd9239e4cb8" /><Relationship Type="http://schemas.openxmlformats.org/officeDocument/2006/relationships/notesMaster" Target="/ppt/notesMasters/notesMaster1.xml" Id="Rfbb5bf369a07479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76f92f891ca41ac" /><Relationship Type="http://schemas.openxmlformats.org/officeDocument/2006/relationships/notesMaster" Target="/ppt/notesMasters/notesMaster1.xml" Id="Rf84673c61bbf4d2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f056c89dc4e47e1" /><Relationship Type="http://schemas.openxmlformats.org/officeDocument/2006/relationships/notesMaster" Target="/ppt/notesMasters/notesMaster1.xml" Id="R34b7aef0ddc74eb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1a657152f5340f6" /><Relationship Type="http://schemas.openxmlformats.org/officeDocument/2006/relationships/notesMaster" Target="/ppt/notesMasters/notesMaster1.xml" Id="Ra25756289b1e4d1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31f319341624895" /><Relationship Type="http://schemas.openxmlformats.org/officeDocument/2006/relationships/notesMaster" Target="/ppt/notesMasters/notesMaster1.xml" Id="Rf77b1824f7ee408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35b6a33d8a44bf1" /><Relationship Type="http://schemas.openxmlformats.org/officeDocument/2006/relationships/notesMaster" Target="/ppt/notesMasters/notesMaster1.xml" Id="R6c88e0b9d8e6463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679edf9e1a243bb" /><Relationship Type="http://schemas.openxmlformats.org/officeDocument/2006/relationships/notesMaster" Target="/ppt/notesMasters/notesMaster1.xml" Id="R55363c6846fd442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3b70127cca94118" /><Relationship Type="http://schemas.openxmlformats.org/officeDocument/2006/relationships/notesMaster" Target="/ppt/notesMasters/notesMaster1.xml" Id="R76e43f27aee740a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74fe00fc1e84713" /><Relationship Type="http://schemas.openxmlformats.org/officeDocument/2006/relationships/notesMaster" Target="/ppt/notesMasters/notesMaster1.xml" Id="Raea25f1f54ab4c5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49c6bc3acf9492e" /><Relationship Type="http://schemas.openxmlformats.org/officeDocument/2006/relationships/notesMaster" Target="/ppt/notesMasters/notesMaster1.xml" Id="Rf5c021f9c55a47b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47f748c03e848c5" /><Relationship Type="http://schemas.openxmlformats.org/officeDocument/2006/relationships/notesMaster" Target="/ppt/notesMasters/notesMaster1.xml" Id="R1737a9a91b49442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604e44d30a54791" /><Relationship Type="http://schemas.openxmlformats.org/officeDocument/2006/relationships/notesMaster" Target="/ppt/notesMasters/notesMaster1.xml" Id="R6d60e10e79cb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来源：isla工作区原始89条Issue清单，以及对应GitHub原帖、标签和评论。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逐条证据见服务器 V扩展issue核验与PoC数据.json。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具体评论链接在89条明细页的备注与远程报告中。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#6576 `mtval` is not written on a load access fault taken by a vector strided load (`vlse32.v`) — kunminghu-v3</a:t>
            </a:r>
          </a:p>
          <a:p xmlns:a="http://schemas.openxmlformats.org/drawingml/2006/main">
            <a:r>
              <a:t>https://github.com/OpenXiangShan/XiangShan/issues/6576</a:t>
            </a:r>
          </a:p>
          <a:p xmlns:a="http://schemas.openxmlformats.org/drawingml/2006/main">
            <a:r>
              <a:t>[{"kind": "标签", "url": "https://github.com/OpenXiangShan/XiangShan/issues/6576", "label_snapshot": "module: memory, type: bug/WIP feature, version: kunminghu-v3"}, {"kind": "最终全评论复核", "url": "https://github.com/OpenXiangShan/XiangShan/issues/6576#issuecomment-5692218398", "summary": "维护者认为v2由PR6548修复，v3计划移植；分支相关线索单列，不视为当前v3已完整确认/修复", "quote": "I think this issue has been fixed in `kunminghu-v2`. See PR https://github.com/OpenXiangShan/XiangShan/pull/6548.\nVector support for `kunminghu-v3` is still under development, and we'll apply the corresponding fixes to v3 in the future.",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#6561 Incorrect `mstatus.VS` Dirty update for `vl=0` vector memory instructions</a:t>
            </a:r>
          </a:p>
          <a:p xmlns:a="http://schemas.openxmlformats.org/drawingml/2006/main">
            <a:r>
              <a:t>https://github.com/OpenXiangShan/XiangShan/issues/6561</a:t>
            </a:r>
          </a:p>
          <a:p xmlns:a="http://schemas.openxmlformats.org/drawingml/2006/main">
            <a:r>
              <a:t>[{"kind": "标签", "url": "https://github.com/OpenXiangShan/XiangShan/issues/6561", "label_snapshot": "type: bug/confirmed, module: backend, version: kunminghu-v2"}, {"kind": "判定", "url": "https://github.com/OpenXiangShan/XiangShan/issues/6561#issuecomment-5661448507", "summary": "confirmed 标签；维护者说明已在 PR #6570 修复，报告者回测通过。", "quote": "If the value of the `vstart` register is 0, a `vector store` instruction will not alter the vector state and therefore will not generate a `DirtyVS`; if the value of the `vstart` register is not 0, all successfully executed vector instructions will reset `vstart` to `0` upon completion, thereby altering the vector state and generating a `DirtyVS`.\nI have fixed this in this PR. [https://github.com/OpenXiangShan/XiangShan/pull/6570](https://github.com/OpenXiangShan/XiangShan/pull/6570)\nI successfully ran the test cases locally.",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#6555 `vssubu.vx` (vector fixed-point unsigned saturating subtract) does not set `vxsat` when it saturates — kunminghu-v3</a:t>
            </a:r>
          </a:p>
          <a:p xmlns:a="http://schemas.openxmlformats.org/drawingml/2006/main">
            <a:r>
              <a:t>https://github.com/OpenXiangShan/XiangShan/issues/6555</a:t>
            </a:r>
          </a:p>
          <a:p xmlns:a="http://schemas.openxmlformats.org/drawingml/2006/main">
            <a:r>
              <a:t>[{"kind": "标签", "url": "https://github.com/OpenXiangShan/XiangShan/issues/6555", "label_snapshot": "module: backend, type: bug/WIP feature, version: kunminghu-v3"}, {"kind": "最终评论核验", "url": "https://github.com/OpenXiangShan/XiangShan/issues/6555#issuecomment-5642683809", "summary": "报告者：implementation-defined behavior, not a bug，关闭Issue", "quote": "Thanks for your reply. While re-analyzing some other bug, I found out that this is an implementation-defined behavior, not a bug. Closing the issue.",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#6545 `vsrl.vv` with `v0.t` mask hangs and never writes back the destination register</a:t>
            </a:r>
          </a:p>
          <a:p xmlns:a="http://schemas.openxmlformats.org/drawingml/2006/main">
            <a:r>
              <a:t>https://github.com/OpenXiangShan/XiangShan/issues/6545</a:t>
            </a:r>
          </a:p>
          <a:p xmlns:a="http://schemas.openxmlformats.org/drawingml/2006/main">
            <a:r>
              <a:t>[{"kind": "标签", "url": "https://github.com/OpenXiangShan/XiangShan/issues/6545", "label_snapshot": "module: backend, type: bug/WIP feature, version: kunminghu-v3"}, {"kind": "判定", "url": "https://github.com/OpenXiangShan/XiangShan/issues/6545",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#6544 `vcpop.m` is incorrectly reported as an illegal instruction when `LMUL=8` and `vs2` is not group-aligned</a:t>
            </a:r>
          </a:p>
          <a:p xmlns:a="http://schemas.openxmlformats.org/drawingml/2006/main">
            <a:r>
              <a:t>https://github.com/OpenXiangShan/XiangShan/issues/6544</a:t>
            </a:r>
          </a:p>
          <a:p xmlns:a="http://schemas.openxmlformats.org/drawingml/2006/main">
            <a:r>
              <a:t>[{"kind": "标签", "url": "https://github.com/OpenXiangShan/XiangShan/issues/6544", "label_snapshot": "module: backend, type: bug/WIP feature, version: kunminghu-v3"}, {"kind": "判定", "url": "https://github.com/OpenXiangShan/XiangShan/issues/6544",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#6543 `vdiv.vx` with a zero divisor deadlocks the core</a:t>
            </a:r>
          </a:p>
          <a:p xmlns:a="http://schemas.openxmlformats.org/drawingml/2006/main">
            <a:r>
              <a:t>https://github.com/OpenXiangShan/XiangShan/issues/6543</a:t>
            </a:r>
          </a:p>
          <a:p xmlns:a="http://schemas.openxmlformats.org/drawingml/2006/main">
            <a:r>
              <a:t>[{"kind": "标签", "url": "https://github.com/OpenXiangShan/XiangShan/issues/6543", "label_snapshot": "module: backend, type: bug/WIP feature, version: kunminghu-v3"}, {"kind": "判定", "url": "https://github.com/OpenXiangShan/XiangShan/issues/6543",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#6540 `stval` mismatch on a scalar store **page** fault after a vector store **page** fault (S-mode) — kunminghu-v2</a:t>
            </a:r>
          </a:p>
          <a:p xmlns:a="http://schemas.openxmlformats.org/drawingml/2006/main">
            <a:r>
              <a:t>https://github.com/OpenXiangShan/XiangShan/issues/6540</a:t>
            </a:r>
          </a:p>
          <a:p xmlns:a="http://schemas.openxmlformats.org/drawingml/2006/main">
            <a:r>
              <a:t>[{"kind": "标签", "url": "https://github.com/OpenXiangShan/XiangShan/issues/6540", "label_snapshot": "type: bug/confirmed, module: memory, version: kunminghu-v2"}, {"kind": "判定", "url": "https://github.com/OpenXiangShan/XiangShan/issues/6540", "summary": "GitHub `type: bug/confirmed` 标签；无 tool 标签，按 XiangShan 已确认 RTL/实现问题记录。"}]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#6536 `vmadc.vi` zeroes mask-destination tail bits</a:t>
            </a:r>
          </a:p>
          <a:p xmlns:a="http://schemas.openxmlformats.org/drawingml/2006/main">
            <a:r>
              <a:t>https://github.com/OpenXiangShan/XiangShan/issues/6536</a:t>
            </a:r>
          </a:p>
          <a:p xmlns:a="http://schemas.openxmlformats.org/drawingml/2006/main">
            <a:r>
              <a:t>[{"kind": "标签", "url": "https://github.com/OpenXiangShan/XiangShan/issues/6536", "label_snapshot": "module: backend, type: bug/WIP feature, version: kunminghu-v3"}, {"kind": "判定", "url": "https://github.com/OpenXiangShan/XiangShan/issues/6536",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#6486 Legal segmented store `vsseg2e16.v` silently commits wrong store data (0 instead of the source value) — vector store-data unit emits 0 for a field on kunminghu-v3</a:t>
            </a:r>
          </a:p>
          <a:p xmlns:a="http://schemas.openxmlformats.org/drawingml/2006/main">
            <a:r>
              <a:t>https://github.com/OpenXiangShan/XiangShan/issues/6486</a:t>
            </a:r>
          </a:p>
          <a:p xmlns:a="http://schemas.openxmlformats.org/drawingml/2006/main">
            <a:r>
              <a:t>[{"kind": "标签", "url": "https://github.com/OpenXiangShan/XiangShan/issues/6486", "label_snapshot": "module: vector, type: bug/WIP feature, version: kunminghu-v3"}, {"kind": "判定", "url": "https://github.com/OpenXiangShan/XiangShan/issues/6486",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#6482 Stale mtval after consecutive same-direction RVV memory access faults</a:t>
            </a:r>
          </a:p>
          <a:p xmlns:a="http://schemas.openxmlformats.org/drawingml/2006/main">
            <a:r>
              <a:t>https://github.com/OpenXiangShan/XiangShan/issues/6482</a:t>
            </a:r>
          </a:p>
          <a:p xmlns:a="http://schemas.openxmlformats.org/drawingml/2006/main">
            <a:r>
              <a:t>[{"kind": "标签", "url": "https://github.com/OpenXiangShan/XiangShan/issues/6482", "label_snapshot": "type: bug/confirmed, module: unknown, version: kunminghu-v2"}, {"kind": "判定", "url": "https://github.com/OpenXiangShan/XiangShan/issues/6482",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#6475 Legal segmented store `vsseg3e32.v` triggers `robEntries uopNum is overflow!` (ROB uop-count underflow) — deterministic assertion abort on kunminghu-v3</a:t>
            </a:r>
          </a:p>
          <a:p xmlns:a="http://schemas.openxmlformats.org/drawingml/2006/main">
            <a:r>
              <a:t>https://github.com/OpenXiangShan/XiangShan/issues/6475</a:t>
            </a:r>
          </a:p>
          <a:p xmlns:a="http://schemas.openxmlformats.org/drawingml/2006/main">
            <a:r>
              <a:t>[{"kind": "标签", "url": "https://github.com/OpenXiangShan/XiangShan/issues/6475", "label_snapshot": "type: bug/reported, module: backend, version: kunminghu-v3"}, {"kind": "判定", "url": "https://github.com/OpenXiangShan/XiangShan/issues/6475",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#6467 StoreQueue `deqPtr &gt; rdataPtr` assertion fails at the physical-queue wrap boundary under vector stores</a:t>
            </a:r>
          </a:p>
          <a:p xmlns:a="http://schemas.openxmlformats.org/drawingml/2006/main">
            <a:r>
              <a:t>https://github.com/OpenXiangShan/XiangShan/issues/6467</a:t>
            </a:r>
          </a:p>
          <a:p xmlns:a="http://schemas.openxmlformats.org/drawingml/2006/main">
            <a:r>
              <a:t>[{"kind": "标签", "url": "https://github.com/OpenXiangShan/XiangShan/issues/6467", "label_snapshot": "type: bug/reported, module: memory, module: vector, type: bug/WIP feature, version: kunminghu-v3"}, {"kind": "最终评论核验", "url": "https://github.com/OpenXiangShan/XiangShan/issues/6467#issuecomment-5522852062", "summary": "weidingliu：indeed a bug of deqPtr update；We fixed it in #6474", "quote": "1. That's indeed a bug of `deqPtr` update, and it's the first time to be observed.\n2. The asymmetric `dataQueue.io.empty` gate between the `deqPtr` (:1272) and `rdataPtr` (:1302) inactive skips is intentional. We fixed it in #6474",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#6410 vmove-class instructions (vmv.v.*, vmerge.*) with misaligned register groups don't raise illegal instruction (test-matrix confirmed, extends #5772)</a:t>
            </a:r>
          </a:p>
          <a:p xmlns:a="http://schemas.openxmlformats.org/drawingml/2006/main">
            <a:r>
              <a:t>https://github.com/OpenXiangShan/XiangShan/issues/6410</a:t>
            </a:r>
          </a:p>
          <a:p xmlns:a="http://schemas.openxmlformats.org/drawingml/2006/main">
            <a:r>
              <a:t>[{"kind": "标签", "url": "https://github.com/OpenXiangShan/XiangShan/issues/6410", "label_snapshot": "type: bug/invalid, module: backend, module: vector, type: bug/WIP feature"}, {"kind": "判定", "url": "https://github.com/OpenXiangShan/XiangShan/issues/6410",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#6407 Vector load doesn't trigger illegal instruction trap when VSEW is invalid</a:t>
            </a:r>
          </a:p>
          <a:p xmlns:a="http://schemas.openxmlformats.org/drawingml/2006/main">
            <a:r>
              <a:t>https://github.com/OpenXiangShan/XiangShan/issues/6407</a:t>
            </a:r>
          </a:p>
          <a:p xmlns:a="http://schemas.openxmlformats.org/drawingml/2006/main">
            <a:r>
              <a:t>[{"kind": "标签", "url": "https://github.com/OpenXiangShan/XiangShan/issues/6407", "label_snapshot": "type: bug/invalid, module: vector, version: kunminghu-v2"}, {"kind": "判定", "url": "https://github.com/OpenXiangShan/XiangShan/issues/6407",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#6399 `mtval` mismatch on scalar store access fault after a vector store access fault</a:t>
            </a:r>
          </a:p>
          <a:p xmlns:a="http://schemas.openxmlformats.org/drawingml/2006/main">
            <a:r>
              <a:t>https://github.com/OpenXiangShan/XiangShan/issues/6399</a:t>
            </a:r>
          </a:p>
          <a:p xmlns:a="http://schemas.openxmlformats.org/drawingml/2006/main">
            <a:r>
              <a:t>[{"kind": "标签", "url": "https://github.com/OpenXiangShan/XiangShan/issues/6399", "label_snapshot": "type: bug/confirmed, module: backend, module: memory, version: kunminghu-v2"}, {"kind": "判定", "url": "https://github.com/OpenXiangShan/XiangShan/issues/6399",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#6302 XiangShan does not trap on vector instruction with reserved vsew encoding</a:t>
            </a:r>
          </a:p>
          <a:p xmlns:a="http://schemas.openxmlformats.org/drawingml/2006/main">
            <a:r>
              <a:t>https://github.com/OpenXiangShan/XiangShan/issues/6302</a:t>
            </a:r>
          </a:p>
          <a:p xmlns:a="http://schemas.openxmlformats.org/drawingml/2006/main">
            <a:r>
              <a:t>[{"kind": "标签", "url": "https://github.com/OpenXiangShan/XiangShan/issues/6302", "label_snapshot": "module: vector, type: bug/WIP feature, version: kunminghu-v3"}, {"kind": "判定", "url": "https://github.com/OpenXiangShan/XiangShan/issues/6302",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#6298 XiangShan misses illegal-instruction trap for out-of-range vstart</a:t>
            </a:r>
          </a:p>
          <a:p xmlns:a="http://schemas.openxmlformats.org/drawingml/2006/main">
            <a:r>
              <a:t>https://github.com/OpenXiangShan/XiangShan/issues/6298</a:t>
            </a:r>
          </a:p>
          <a:p xmlns:a="http://schemas.openxmlformats.org/drawingml/2006/main">
            <a:r>
              <a:t>[{"kind": "标签", "url": "https://github.com/OpenXiangShan/XiangShan/issues/6298", "label_snapshot": "module: vector, type: bug/WIP feature, version: kunminghu-v3"}, {"kind": "最终全评论复核", "url": "https://github.com/OpenXiangShan/XiangShan/issues/6298#issuecomment-5542251829", "summary": "维护者明确unimplemented feature, not a bug", "quote": "I must claim that this issue just report a unimplemented feature, not a bug.",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#6296 Vector store reports wrong `mcause` in M-mode</a:t>
            </a:r>
          </a:p>
          <a:p xmlns:a="http://schemas.openxmlformats.org/drawingml/2006/main">
            <a:r>
              <a:t>https://github.com/OpenXiangShan/XiangShan/issues/6296</a:t>
            </a:r>
          </a:p>
          <a:p xmlns:a="http://schemas.openxmlformats.org/drawingml/2006/main">
            <a:r>
              <a:t>[{"kind": "标签", "url": "https://github.com/OpenXiangShan/XiangShan/issues/6296", "label_snapshot": "module: vector, type: bug/WIP feature, version: kunminghu-v3"}, {"kind": "判定", "url": "https://github.com/OpenXiangShan/XiangShan/issues/6296",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#6295 `vle32ff.v` corrupts destination vector register on Load Access Fault</a:t>
            </a:r>
          </a:p>
          <a:p xmlns:a="http://schemas.openxmlformats.org/drawingml/2006/main">
            <a:r>
              <a:t>https://github.com/OpenXiangShan/XiangShan/issues/6295</a:t>
            </a:r>
          </a:p>
          <a:p xmlns:a="http://schemas.openxmlformats.org/drawingml/2006/main">
            <a:r>
              <a:t>[{"kind": "标签", "url": "https://github.com/OpenXiangShan/XiangShan/issues/6295", "label_snapshot": "module: vector, type: bug/WIP feature, version: kunminghu-v3"}, {"kind": "判定", "url": "https://github.com/OpenXiangShan/XiangShan/issues/6295",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#6293 `vle64ff.v` misses Load Access Fault on misaligned access to I/O PMA region</a:t>
            </a:r>
          </a:p>
          <a:p xmlns:a="http://schemas.openxmlformats.org/drawingml/2006/main">
            <a:r>
              <a:t>https://github.com/OpenXiangShan/XiangShan/issues/6293</a:t>
            </a:r>
          </a:p>
          <a:p xmlns:a="http://schemas.openxmlformats.org/drawingml/2006/main">
            <a:r>
              <a:t>[{"kind": "标签", "url": "https://github.com/OpenXiangShan/XiangShan/issues/6293", "label_snapshot": "module: vector, type: bug/WIP feature, version: kunminghu-v3"}, {"kind": "判定", "url": "https://github.com/OpenXiangShan/XiangShan/issues/6293",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#6292 vstart set to wrong element on a page-faulting vector load (for debugging assistance)</a:t>
            </a:r>
          </a:p>
          <a:p xmlns:a="http://schemas.openxmlformats.org/drawingml/2006/main">
            <a:r>
              <a:t>https://github.com/OpenXiangShan/XiangShan/issues/6292</a:t>
            </a:r>
          </a:p>
          <a:p xmlns:a="http://schemas.openxmlformats.org/drawingml/2006/main">
            <a:r>
              <a:t>[{"kind": "标签", "url": "https://github.com/OpenXiangShan/XiangShan/issues/6292", "label_snapshot": "module: vector, type: bug/WIP feature, version: kunminghu-v3"}, {"kind": "判定", "url": "https://github.com/OpenXiangShan/XiangShan/issues/6292",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#6289 AMO deadlocks after `vse32.v` store access fault</a:t>
            </a:r>
          </a:p>
          <a:p xmlns:a="http://schemas.openxmlformats.org/drawingml/2006/main">
            <a:r>
              <a:t>https://github.com/OpenXiangShan/XiangShan/issues/6289</a:t>
            </a:r>
          </a:p>
          <a:p xmlns:a="http://schemas.openxmlformats.org/drawingml/2006/main">
            <a:r>
              <a:t>[{"kind": "标签", "url": "https://github.com/OpenXiangShan/XiangShan/issues/6289", "label_snapshot": "module: vector, type: bug/WIP feature, version: kunminghu-v3"}, {"kind": "判定", "url": "https://github.com/OpenXiangShan/XiangShan/issues/6289",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#6262 XS bug-report — vlseg to unmapped page deadlocks (VSegmentUnit)</a:t>
            </a:r>
          </a:p>
          <a:p xmlns:a="http://schemas.openxmlformats.org/drawingml/2006/main">
            <a:r>
              <a:t>https://github.com/OpenXiangShan/XiangShan/issues/6262</a:t>
            </a:r>
          </a:p>
          <a:p xmlns:a="http://schemas.openxmlformats.org/drawingml/2006/main">
            <a:r>
              <a:t>[{"kind": "标签", "url": "https://github.com/OpenXiangShan/XiangShan/issues/6262", "label_snapshot": "module: vector, type: bug/WIP feature"}, {"kind": "判定", "url": "https://github.com/OpenXiangShan/XiangShan/issues/6262",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#6168 [Bug] debug watchpoint trigger lost on FOF non-first element</a:t>
            </a:r>
          </a:p>
          <a:p xmlns:a="http://schemas.openxmlformats.org/drawingml/2006/main">
            <a:r>
              <a:t>https://github.com/OpenXiangShan/XiangShan/issues/6168</a:t>
            </a:r>
          </a:p>
          <a:p xmlns:a="http://schemas.openxmlformats.org/drawingml/2006/main">
            <a:r>
              <a:t>[{"kind": "标签", "url": "https://github.com/OpenXiangShan/XiangShan/issues/6168", "label_snapshot": "type: bug/reported, module: unknown"}, {"kind": "最终全评论复核", "url": "https://github.com/OpenXiangShan/XiangShan/issues/6168#issuecomment-4913753242", "summary": "维护者确认known issue，计划后续修复", "quote": "This is a known issue. We are evaluating the specific matters for subsequent fixes. Thank you for your point.",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#6152 [RVV] vzext.vf4 / vsext.vf4 writes zero to high 64-bit (elements 2..3)</a:t>
            </a:r>
          </a:p>
          <a:p xmlns:a="http://schemas.openxmlformats.org/drawingml/2006/main">
            <a:r>
              <a:t>https://github.com/OpenXiangShan/XiangShan/issues/6152</a:t>
            </a:r>
          </a:p>
          <a:p xmlns:a="http://schemas.openxmlformats.org/drawingml/2006/main">
            <a:r>
              <a:t>[{"kind": "标签", "url": "https://github.com/OpenXiangShan/XiangShan/issues/6152", "label_snapshot": "module: vector, type: bug/WIP feature, version: kunminghu-v3"}, {"kind": "判定", "url": "https://github.com/OpenXiangShan/XiangShan/issues/6152",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#6151 [Performance] VSegmentUnit: segment instructions with vl=0 stall the memory unit hundreds of cycles instead of retiring immediately</a:t>
            </a:r>
          </a:p>
          <a:p xmlns:a="http://schemas.openxmlformats.org/drawingml/2006/main">
            <a:r>
              <a:t>https://github.com/OpenXiangShan/XiangShan/issues/6151</a:t>
            </a:r>
          </a:p>
          <a:p xmlns:a="http://schemas.openxmlformats.org/drawingml/2006/main">
            <a:r>
              <a:t>[{"kind": "标签", "url": "https://github.com/OpenXiangShan/XiangShan/issues/6151", "label_snapshot": "type: bug/invalid, topic: performance, module: vector, version: kunminghu-v2"}, {"kind": "判定", "url": "https://github.com/OpenXiangShan/XiangShan/issues/6151",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#6093 ```VectorFloatAdder.scala``` overflow rounding uses wrong normal-path GRS bits</a:t>
            </a:r>
          </a:p>
          <a:p xmlns:a="http://schemas.openxmlformats.org/drawingml/2006/main">
            <a:r>
              <a:t>https://github.com/OpenXiangShan/XiangShan/issues/6093</a:t>
            </a:r>
          </a:p>
          <a:p xmlns:a="http://schemas.openxmlformats.org/drawingml/2006/main">
            <a:r>
              <a:t>[{"kind": "标签", "url": "https://github.com/OpenXiangShan/XiangShan/issues/6093", "label_snapshot": "type: bug/invalid, module: vector"}, {"kind": "判定", "url": "https://github.com/OpenXiangShan/XiangShan/issues/6093",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#6085 `vsoxei32.v` fails to commit store</a:t>
            </a:r>
          </a:p>
          <a:p xmlns:a="http://schemas.openxmlformats.org/drawingml/2006/main">
            <a:r>
              <a:t>https://github.com/OpenXiangShan/XiangShan/issues/6085</a:t>
            </a:r>
          </a:p>
          <a:p xmlns:a="http://schemas.openxmlformats.org/drawingml/2006/main">
            <a:r>
              <a:t>[{"kind": "标签", "url": "https://github.com/OpenXiangShan/XiangShan/issues/6085", "label_snapshot": "module: vector, type: bug/WIP feature, version: kunminghu-v3"}, {"kind": "判定", "url": "https://github.com/OpenXiangShan/XiangShan/issues/6085",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#6079 `vl1re16.v` incorrectly computes `vstart` on Load Access Fault</a:t>
            </a:r>
          </a:p>
          <a:p xmlns:a="http://schemas.openxmlformats.org/drawingml/2006/main">
            <a:r>
              <a:t>https://github.com/OpenXiangShan/XiangShan/issues/6079</a:t>
            </a:r>
          </a:p>
          <a:p xmlns:a="http://schemas.openxmlformats.org/drawingml/2006/main">
            <a:r>
              <a:t>[{"kind": "标签", "url": "https://github.com/OpenXiangShan/XiangShan/issues/6079", "label_snapshot": "module: vector, type: bug/WIP feature"}, {"kind": "判定", "url": "https://github.com/OpenXiangShan/XiangShan/issues/6079",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#6066 VMask.scala ```shift``` truncation bug for ```SEW=8``` and large ```uopIdx```</a:t>
            </a:r>
          </a:p>
          <a:p xmlns:a="http://schemas.openxmlformats.org/drawingml/2006/main">
            <a:r>
              <a:t>https://github.com/OpenXiangShan/XiangShan/issues/6066</a:t>
            </a:r>
          </a:p>
          <a:p xmlns:a="http://schemas.openxmlformats.org/drawingml/2006/main">
            <a:r>
              <a:t>[{"kind": "标签", "url": "https://github.com/OpenXiangShan/XiangShan/issues/6066", "label_snapshot": "type: bug/invalid, module: vector, version: kunminghu-v3"}, {"kind": "判定", "url": "https://github.com/OpenXiangShan/XiangShan/issues/6066",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#6065 ```genVUopOffset``` uses wrong ```nf``` semantics</a:t>
            </a:r>
          </a:p>
          <a:p xmlns:a="http://schemas.openxmlformats.org/drawingml/2006/main">
            <a:r>
              <a:t>https://github.com/OpenXiangShan/XiangShan/issues/6065</a:t>
            </a:r>
          </a:p>
          <a:p xmlns:a="http://schemas.openxmlformats.org/drawingml/2006/main">
            <a:r>
              <a:t>[{"kind": "标签", "url": "https://github.com/OpenXiangShan/XiangShan/issues/6065", "label_snapshot": "type: bug/reported, module: vector, version: kunminghu-v2"}, {"kind": "判定", "url": "https://github.com/OpenXiangShan/XiangShan/issues/6065",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#6064 Copy-Paste Typo in Mux1H Default Condition — ```isvrgatherei16``` Repeated Instead of ```isvcompress``` in   VPermSrcTypeModule</a:t>
            </a:r>
          </a:p>
          <a:p xmlns:a="http://schemas.openxmlformats.org/drawingml/2006/main">
            <a:r>
              <a:t>https://github.com/OpenXiangShan/XiangShan/issues/6064</a:t>
            </a:r>
          </a:p>
          <a:p xmlns:a="http://schemas.openxmlformats.org/drawingml/2006/main">
            <a:r>
              <a:t>[{"kind": "标签", "url": "https://github.com/OpenXiangShan/XiangShan/issues/6064", "label_snapshot": "type: bug/reported, module: unknown"}, {"kind": "判定", "url": "https://github.com/OpenXiangShan/XiangShan/issues/6064",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#6063 ```CVT16.scala``` fflags ```NV``` lost for ```vfrec7 -inf```</a:t>
            </a:r>
          </a:p>
          <a:p xmlns:a="http://schemas.openxmlformats.org/drawingml/2006/main">
            <a:r>
              <a:t>https://github.com/OpenXiangShan/XiangShan/issues/6063</a:t>
            </a:r>
          </a:p>
          <a:p xmlns:a="http://schemas.openxmlformats.org/drawingml/2006/main">
            <a:r>
              <a:t>[{"kind": "标签", "url": "https://github.com/OpenXiangShan/XiangShan/issues/6063", "label_snapshot": "type: bug/reported, module: vector, version: kunminghu-v3"}, {"kind": "最终全评论复核", "url": "https://github.com/OpenXiangShan/XiangShan/issues/6063#issuecomment-4678966210", "summary": "维护者说明fflags截断结果正确，仅代码格式问题，非功能bug", "quote": "Here `fflags0` is `5` bits, and the result after `Cat` is truncated to exactly `0`, so although it looks wrong, the result is correct.\nWe will fix the formatting issue in the `kunminghu-v3` branch later.",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#6042 `vle16.v` fault handling incorrectly sets `vstart` to `vl` instead of the faulting element index</a:t>
            </a:r>
          </a:p>
          <a:p xmlns:a="http://schemas.openxmlformats.org/drawingml/2006/main">
            <a:r>
              <a:t>https://github.com/OpenXiangShan/XiangShan/issues/6042</a:t>
            </a:r>
          </a:p>
          <a:p xmlns:a="http://schemas.openxmlformats.org/drawingml/2006/main">
            <a:r>
              <a:t>[{"kind": "标签", "url": "https://github.com/OpenXiangShan/XiangShan/issues/6042", "label_snapshot": "type: bug/reported, module: unknown"}, {"kind": "判定", "url": "https://github.com/OpenXiangShan/XiangShan/issues/6042",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#6039 `vsetvl` with `rd=zero` causes core hang</a:t>
            </a:r>
          </a:p>
          <a:p xmlns:a="http://schemas.openxmlformats.org/drawingml/2006/main">
            <a:r>
              <a:t>https://github.com/OpenXiangShan/XiangShan/issues/6039</a:t>
            </a:r>
          </a:p>
          <a:p xmlns:a="http://schemas.openxmlformats.org/drawingml/2006/main">
            <a:r>
              <a:t>[{"kind": "标签", "url": "https://github.com/OpenXiangShan/XiangShan/issues/6039", "label_snapshot": "type: bug/reported, module: unknown"}, {"kind": "判定", "url": "https://github.com/OpenXiangShan/XiangShan/issues/6039", "summary": "只有 reported；维护者回复尚未 review/fix，不能视作确认。"}]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#6037 [Bug] vmvnr_unaligned_regs</a:t>
            </a:r>
          </a:p>
          <a:p xmlns:a="http://schemas.openxmlformats.org/drawingml/2006/main">
            <a:r>
              <a:t>https://github.com/OpenXiangShan/XiangShan/issues/6037</a:t>
            </a:r>
          </a:p>
          <a:p xmlns:a="http://schemas.openxmlformats.org/drawingml/2006/main">
            <a:r>
              <a:t>[{"kind": "标签", "url": "https://github.com/OpenXiangShan/XiangShan/issues/6037", "label_snapshot": "type: bug/invalid, module: backend"}, {"kind": "判定", "url": "https://github.com/OpenXiangShan/XiangShan/issues/6037",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#6036 [Bug] vmv1r_vstart_ge_evl</a:t>
            </a:r>
          </a:p>
          <a:p xmlns:a="http://schemas.openxmlformats.org/drawingml/2006/main">
            <a:r>
              <a:t>https://github.com/OpenXiangShan/XiangShan/issues/6036</a:t>
            </a:r>
          </a:p>
          <a:p xmlns:a="http://schemas.openxmlformats.org/drawingml/2006/main">
            <a:r>
              <a:t>[{"kind": "标签", "url": "https://github.com/OpenXiangShan/XiangShan/issues/6036", "label_snapshot": "type: bug/invalid, module: backend"}, {"kind": "判定", "url": "https://github.com/OpenXiangShan/XiangShan/issues/6036",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#6035 `vle32ff.v` fails to update exception CSRs upon Load Access Fault</a:t>
            </a:r>
          </a:p>
          <a:p xmlns:a="http://schemas.openxmlformats.org/drawingml/2006/main">
            <a:r>
              <a:t>https://github.com/OpenXiangShan/XiangShan/issues/6035</a:t>
            </a:r>
          </a:p>
          <a:p xmlns:a="http://schemas.openxmlformats.org/drawingml/2006/main">
            <a:r>
              <a:t>[{"kind": "标签", "url": "https://github.com/OpenXiangShan/XiangShan/issues/6035", "label_snapshot": "type: bug/reported, module: unknown"}, {"kind": "判定", "url": "https://github.com/OpenXiangShan/XiangShan/issues/6035",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#6034 【BUG】 `vfsgnj.vv` incorrectly dirties `mstatus.FS`</a:t>
            </a:r>
          </a:p>
          <a:p xmlns:a="http://schemas.openxmlformats.org/drawingml/2006/main">
            <a:r>
              <a:t>https://github.com/OpenXiangShan/XiangShan/issues/6034</a:t>
            </a:r>
          </a:p>
          <a:p xmlns:a="http://schemas.openxmlformats.org/drawingml/2006/main">
            <a:r>
              <a:t>[{"kind": "标签", "url": "https://github.com/OpenXiangShan/XiangShan/issues/6034", "label_snapshot": "type: bug/reported, module: backend"}, {"kind": "最终评论核验", "url": "https://github.com/OpenXiangShan/XiangShan/issues/6034#issuecomment-4570036662", "summary": "sinceforYy：We do not believe this is a bug；fflags功能正确", "quote": "We do not believe this is a bug.",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#6022 `vlse64.v` fails to trigger Load Access Fault upon illegal address access</a:t>
            </a:r>
          </a:p>
          <a:p xmlns:a="http://schemas.openxmlformats.org/drawingml/2006/main">
            <a:r>
              <a:t>https://github.com/OpenXiangShan/XiangShan/issues/6022</a:t>
            </a:r>
          </a:p>
          <a:p xmlns:a="http://schemas.openxmlformats.org/drawingml/2006/main">
            <a:r>
              <a:t>[{"kind": "标签", "url": "https://github.com/OpenXiangShan/XiangShan/issues/6022", "label_snapshot": "type: bug/confirmed, note: duplicate, module: memory"}, {"kind": "判定", "url": "https://github.com/OpenXiangShan/XiangShan/issues/6022#issuecomment-4539692989", "summary": "confirmed 标签；维护者称已由 PR #6020 修复的 vec-load hang，作为 #6015 同根因映射，不独计根因。", "quote": "This is a known issue caused by a vec load hang; we have already fixed it.https://github.com/OpenXiangShan/XiangShan/pull/6020",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#6015 Pipeline hangs on `vluxei32.v` when accessing unmapped physical addresses</a:t>
            </a:r>
          </a:p>
          <a:p xmlns:a="http://schemas.openxmlformats.org/drawingml/2006/main">
            <a:r>
              <a:t>https://github.com/OpenXiangShan/XiangShan/issues/6015</a:t>
            </a:r>
          </a:p>
          <a:p xmlns:a="http://schemas.openxmlformats.org/drawingml/2006/main">
            <a:r>
              <a:t>[{"kind": "标签", "url": "https://github.com/OpenXiangShan/XiangShan/issues/6015", "label_snapshot": "type: bug/confirmed, module: memory"}, {"kind": "判定", "url": "https://github.com/OpenXiangShan/XiangShan/issues/6015#issuecomment-4539489076", "summary": "维护者可复现并称 \"indeed a bug\"，后称已由 PR #6020 修复。", "quote": "Thank you for your report! That's indeed a bug caused by `d38fc34`, we will fix it later!",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#5958 Kunminghu-v2: LoadQueueReplay assertion on translated cross-page vector byte load/store</a:t>
            </a:r>
          </a:p>
          <a:p xmlns:a="http://schemas.openxmlformats.org/drawingml/2006/main">
            <a:r>
              <a:t>https://github.com/OpenXiangShan/XiangShan/issues/5958</a:t>
            </a:r>
          </a:p>
          <a:p xmlns:a="http://schemas.openxmlformats.org/drawingml/2006/main">
            <a:r>
              <a:t>[{"kind": "标签", "url": "https://github.com/OpenXiangShan/XiangShan/issues/5958", "label_snapshot": "type: bug/reported, module: unknown"}, {"kind": "判定", "url": "https://github.com/OpenXiangShan/XiangShan/issues/5958",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#5943 Incorrect `mtval` for faulting `vsse16.v` on kunminghu-v2</a:t>
            </a:r>
          </a:p>
          <a:p xmlns:a="http://schemas.openxmlformats.org/drawingml/2006/main">
            <a:r>
              <a:t>https://github.com/OpenXiangShan/XiangShan/issues/5943</a:t>
            </a:r>
          </a:p>
          <a:p xmlns:a="http://schemas.openxmlformats.org/drawingml/2006/main">
            <a:r>
              <a:t>[{"kind": "标签", "url": "https://github.com/OpenXiangShan/XiangShan/issues/5943", "label_snapshot": "type: bug/confirmed, module: unknown, version: kunminghu-v2"}, {"kind": "判定", "url": "https://github.com/OpenXiangShan/XiangShan/issues/5943#issuecomment-4437990329", "summary": "confirmed 标签；维护者最终复现并明确 \"I think this issue is a bug\"。", "quote": "@youzi27 Ah ha,  I finally reproduce this issue, I think this issue is a bug, which was introduced by (https://github.com/OpenXiangShan/XiangShan/commit/2bec9bddf90fa1ddd2690f344ef3f34e4346bb9e#diff-6db620258edc695befb5c4de9a76e239e89ff74d881e35a4ab978f931efb21aeR119) 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#5934 `vlseg2e16.v` corrupts an active destination lane during masked segment load</a:t>
            </a:r>
          </a:p>
          <a:p xmlns:a="http://schemas.openxmlformats.org/drawingml/2006/main">
            <a:r>
              <a:t>https://github.com/OpenXiangShan/XiangShan/issues/5934</a:t>
            </a:r>
          </a:p>
          <a:p xmlns:a="http://schemas.openxmlformats.org/drawingml/2006/main">
            <a:r>
              <a:t>[{"kind": "标签", "url": "https://github.com/OpenXiangShan/XiangShan/issues/5934", "label_snapshot": "type: bug/confirmed, module: unknown"}, {"kind": "判定", "url": "https://github.com/OpenXiangShan/XiangShan/issues/5934",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#5933 `vlsseg3e64.v` loads wrong active destination data for zero-stride segment load</a:t>
            </a:r>
          </a:p>
          <a:p xmlns:a="http://schemas.openxmlformats.org/drawingml/2006/main">
            <a:r>
              <a:t>https://github.com/OpenXiangShan/XiangShan/issues/5933</a:t>
            </a:r>
          </a:p>
          <a:p xmlns:a="http://schemas.openxmlformats.org/drawingml/2006/main">
            <a:r>
              <a:t>[{"kind": "标签", "url": "https://github.com/OpenXiangShan/XiangShan/issues/5933", "label_snapshot": "type: bug/confirmed, module: unknown"}, {"kind": "判定", "url": "https://github.com/OpenXiangShan/XiangShan/issues/5933",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#5932 `vluxseg5ei32.v` corrupts active destination data for indexed segment load</a:t>
            </a:r>
          </a:p>
          <a:p xmlns:a="http://schemas.openxmlformats.org/drawingml/2006/main">
            <a:r>
              <a:t>https://github.com/OpenXiangShan/XiangShan/issues/5932</a:t>
            </a:r>
          </a:p>
          <a:p xmlns:a="http://schemas.openxmlformats.org/drawingml/2006/main">
            <a:r>
              <a:t>[{"kind": "标签", "url": "https://github.com/OpenXiangShan/XiangShan/issues/5932", "label_snapshot": "type: bug/confirmed, module: unknown"}, {"kind": "判定", "url": "https://github.com/OpenXiangShan/XiangShan/issues/5932",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#5931 `vlseg2e32ff.v` loads wrong field0 data for misaligned fault-only-first segment load</a:t>
            </a:r>
          </a:p>
          <a:p xmlns:a="http://schemas.openxmlformats.org/drawingml/2006/main">
            <a:r>
              <a:t>https://github.com/OpenXiangShan/XiangShan/issues/5931</a:t>
            </a:r>
          </a:p>
          <a:p xmlns:a="http://schemas.openxmlformats.org/drawingml/2006/main">
            <a:r>
              <a:t>[{"kind": "标签", "url": "https://github.com/OpenXiangShan/XiangShan/issues/5931", "label_snapshot": "type: bug/confirmed, module: unknown"}, {"kind": "判定", "url": "https://github.com/OpenXiangShan/XiangShan/issues/5931",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#5930 `vle8ff.v` corrupts active loaded byte value</a:t>
            </a:r>
          </a:p>
          <a:p xmlns:a="http://schemas.openxmlformats.org/drawingml/2006/main">
            <a:r>
              <a:t>https://github.com/OpenXiangShan/XiangShan/issues/5930</a:t>
            </a:r>
          </a:p>
          <a:p xmlns:a="http://schemas.openxmlformats.org/drawingml/2006/main">
            <a:r>
              <a:t>[{"kind": "标签", "url": "https://github.com/OpenXiangShan/XiangShan/issues/5930", "label_snapshot": "type: bug/confirmed, module: unknown"}, {"kind": "判定", "url": "https://github.com/OpenXiangShan/XiangShan/issues/5930",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#5929 `vloxseg5ei64.v` misses load access fault and commits destination vector registers</a:t>
            </a:r>
          </a:p>
          <a:p xmlns:a="http://schemas.openxmlformats.org/drawingml/2006/main">
            <a:r>
              <a:t>https://github.com/OpenXiangShan/XiangShan/issues/5929</a:t>
            </a:r>
          </a:p>
          <a:p xmlns:a="http://schemas.openxmlformats.org/drawingml/2006/main">
            <a:r>
              <a:t>[{"kind": "标签", "url": "https://github.com/OpenXiangShan/XiangShan/issues/5929", "label_snapshot": "type: bug/invalid"}, {"kind": "判定", "url": "https://github.com/OpenXiangShan/XiangShan/issues/5929",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#5928 Incorrect source element selection in `vsext`</a:t>
            </a:r>
          </a:p>
          <a:p xmlns:a="http://schemas.openxmlformats.org/drawingml/2006/main">
            <a:r>
              <a:t>https://github.com/OpenXiangShan/XiangShan/issues/5928</a:t>
            </a:r>
          </a:p>
          <a:p xmlns:a="http://schemas.openxmlformats.org/drawingml/2006/main">
            <a:r>
              <a:t>[{"kind": "标签", "url": "https://github.com/OpenXiangShan/XiangShan/issues/5928", "label_snapshot": "type: bug/confirmed, module: unknown"}, {"kind": "判定", "url": "https://github.com/OpenXiangShan/XiangShan/issues/5928",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#5927 Incorrect scalar result from `vmv.x.s` when SEW is smaller than XLEN</a:t>
            </a:r>
          </a:p>
          <a:p xmlns:a="http://schemas.openxmlformats.org/drawingml/2006/main">
            <a:r>
              <a:t>https://github.com/OpenXiangShan/XiangShan/issues/5927</a:t>
            </a:r>
          </a:p>
          <a:p xmlns:a="http://schemas.openxmlformats.org/drawingml/2006/main">
            <a:r>
              <a:t>[{"kind": "标签", "url": "https://github.com/OpenXiangShan/XiangShan/issues/5927", "label_snapshot": "note: duplicate"}, {"kind": "最终评论核验", "url": "https://github.com/OpenXiangShan/XiangShan/issues/5927#issuecomment-4412737115", "summary": "youzi27：This issue seems similar to #5829", "quote": "This issue seems similar to #5829  , so I will close it. Sorry for the confusion.",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#5922 Incorrect handling of invalid `frm` for `vfmerge.vfm`</a:t>
            </a:r>
          </a:p>
          <a:p xmlns:a="http://schemas.openxmlformats.org/drawingml/2006/main">
            <a:r>
              <a:t>https://github.com/OpenXiangShan/XiangShan/issues/5922</a:t>
            </a:r>
          </a:p>
          <a:p xmlns:a="http://schemas.openxmlformats.org/drawingml/2006/main">
            <a:r>
              <a:t>[{"kind": "标签", "url": "https://github.com/OpenXiangShan/XiangShan/issues/5922", "label_snapshot": "note: duplicate"}, {"kind": "最终评论核验", "url": "https://github.com/OpenXiangShan/XiangShan/issues/5922#issuecomment-4411727439", "summary": "youzi27：This issue seems similar to #5768", "quote": "This issue seems similar to #5768 , so I will close it. Sorry for the confusion.",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#5921 Incorrect `vstart` update after faulting vector indexed store</a:t>
            </a:r>
          </a:p>
          <a:p xmlns:a="http://schemas.openxmlformats.org/drawingml/2006/main">
            <a:r>
              <a:t>https://github.com/OpenXiangShan/XiangShan/issues/5921</a:t>
            </a:r>
          </a:p>
          <a:p xmlns:a="http://schemas.openxmlformats.org/drawingml/2006/main">
            <a:r>
              <a:t>[{"kind": "标签", "url": "https://github.com/OpenXiangShan/XiangShan/issues/5921", "label_snapshot": "module: memory, module: vector, type: bug/WIP feature, version: kunminghu-v3"}, {"kind": "判定", "url": "https://github.com/OpenXiangShan/XiangShan/issues/5921",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#5919 Reserved `vmv&lt;nr&gt;r.v` encodings are executed instead of being rejected</a:t>
            </a:r>
          </a:p>
          <a:p xmlns:a="http://schemas.openxmlformats.org/drawingml/2006/main">
            <a:r>
              <a:t>https://github.com/OpenXiangShan/XiangShan/issues/5919</a:t>
            </a:r>
          </a:p>
          <a:p xmlns:a="http://schemas.openxmlformats.org/drawingml/2006/main">
            <a:r>
              <a:t>[{"kind": "标签", "url": "https://github.com/OpenXiangShan/XiangShan/issues/5919", "label_snapshot": "module: vector, type: bug/WIP feature, version: kunminghu-v3"}, {"kind": "判定", "url": "https://github.com/OpenXiangShan/XiangShan/issues/5919",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#5865 XiangShan misses illegal-instruction trap for reserved masked `vmerge.vvm` with vd = v0</a:t>
            </a:r>
          </a:p>
          <a:p xmlns:a="http://schemas.openxmlformats.org/drawingml/2006/main">
            <a:r>
              <a:t>https://github.com/OpenXiangShan/XiangShan/issues/5865</a:t>
            </a:r>
          </a:p>
          <a:p xmlns:a="http://schemas.openxmlformats.org/drawingml/2006/main">
            <a:r>
              <a:t>[{"kind": "标签", "url": "https://github.com/OpenXiangShan/XiangShan/issues/5865", "label_snapshot": "type: bug/confirmed, type: bug/WIP feature, version: kunminghu-v3"}, {"kind": "判定", "url": "https://github.com/OpenXiangShan/XiangShan/issues/5865",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#5845 [Assertion Failure] XiangShan crashes in `LoadUnitS0` on a reduced `vmsbf.m -&gt; vl1re64.v -&gt; vlseg4e8.v` sequence</a:t>
            </a:r>
          </a:p>
          <a:p xmlns:a="http://schemas.openxmlformats.org/drawingml/2006/main">
            <a:r>
              <a:t>https://github.com/OpenXiangShan/XiangShan/issues/5845</a:t>
            </a:r>
          </a:p>
          <a:p xmlns:a="http://schemas.openxmlformats.org/drawingml/2006/main">
            <a:r>
              <a:t>[{"kind": "标签", "url": "https://github.com/OpenXiangShan/XiangShan/issues/5845", "label_snapshot": "type: bug/reported, module: unknown"}, {"kind": "判定", "url": "https://github.com/OpenXiangShan/XiangShan/issues/5845",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#5840 [BUG] `vzext.vf8` can compute the wrong zero-extended result for an active destination element.</a:t>
            </a:r>
          </a:p>
          <a:p xmlns:a="http://schemas.openxmlformats.org/drawingml/2006/main">
            <a:r>
              <a:t>https://github.com/OpenXiangShan/XiangShan/issues/5840</a:t>
            </a:r>
          </a:p>
          <a:p xmlns:a="http://schemas.openxmlformats.org/drawingml/2006/main">
            <a:r>
              <a:t>[{"kind": "标签", "url": "https://github.com/OpenXiangShan/XiangShan/issues/5840", "label_snapshot": "type: bug/confirmed, module: unknown"}, {"kind": "判定", "url": "https://github.com/OpenXiangShan/XiangShan/issues/5840",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#5832 [BUG] `vl8re64.v` truncates upper 64-bit data in whole-register loads</a:t>
            </a:r>
          </a:p>
          <a:p xmlns:a="http://schemas.openxmlformats.org/drawingml/2006/main">
            <a:r>
              <a:t>https://github.com/OpenXiangShan/XiangShan/issues/5832</a:t>
            </a:r>
          </a:p>
          <a:p xmlns:a="http://schemas.openxmlformats.org/drawingml/2006/main">
            <a:r>
              <a:t>[{"kind": "标签", "url": "https://github.com/OpenXiangShan/XiangShan/issues/5832", "label_snapshot": "type: bug/confirmed, module: unknown"}, {"kind": "判定", "url": "https://github.com/OpenXiangShan/XiangShan/issues/5832",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#5831 [BUG] `vlse32.v` corrupts packed 32-bit element data under SEW=64, LMUL=8 mixed-EEW execution</a:t>
            </a:r>
          </a:p>
          <a:p xmlns:a="http://schemas.openxmlformats.org/drawingml/2006/main">
            <a:r>
              <a:t>https://github.com/OpenXiangShan/XiangShan/issues/5831</a:t>
            </a:r>
          </a:p>
          <a:p xmlns:a="http://schemas.openxmlformats.org/drawingml/2006/main">
            <a:r>
              <a:t>[{"kind": "标签", "url": "https://github.com/OpenXiangShan/XiangShan/issues/5831", "label_snapshot": "type: bug/confirmed, module: unknown"}, {"kind": "判定", "url": "https://github.com/OpenXiangShan/XiangShan/issues/5831",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#5830 [BUG] `vfmv.f.s` fails to NaN-box 32-bit values when writing to a 64-bit floating-point registe</a:t>
            </a:r>
          </a:p>
          <a:p xmlns:a="http://schemas.openxmlformats.org/drawingml/2006/main">
            <a:r>
              <a:t>https://github.com/OpenXiangShan/XiangShan/issues/5830</a:t>
            </a:r>
          </a:p>
          <a:p xmlns:a="http://schemas.openxmlformats.org/drawingml/2006/main">
            <a:r>
              <a:t>[{"kind": "标签", "url": "https://github.com/OpenXiangShan/XiangShan/issues/5830", "label_snapshot": "type: bug/confirmed, module: unknown"}, {"kind": "判定", "url": "https://github.com/OpenXiangShan/XiangShan/issues/5830",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#5829 [Bug] vmv.x.s instruction fails to sign-extend when SEW &lt; XLEN</a:t>
            </a:r>
          </a:p>
          <a:p xmlns:a="http://schemas.openxmlformats.org/drawingml/2006/main">
            <a:r>
              <a:t>https://github.com/OpenXiangShan/XiangShan/issues/5829</a:t>
            </a:r>
          </a:p>
          <a:p xmlns:a="http://schemas.openxmlformats.org/drawingml/2006/main">
            <a:r>
              <a:t>[{"kind": "标签", "url": "https://github.com/OpenXiangShan/XiangShan/issues/5829", "label_snapshot": "type: bug/confirmed, module: unknown"}, {"kind": "判定", "url": "https://github.com/OpenXiangShan/XiangShan/issues/5829",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#5809 `vmv.x.s` executes instead of raising illegal-instruction when `vsetvli` leaves `vtype.vill=1`</a:t>
            </a:r>
          </a:p>
          <a:p xmlns:a="http://schemas.openxmlformats.org/drawingml/2006/main">
            <a:r>
              <a:t>https://github.com/OpenXiangShan/XiangShan/issues/5809</a:t>
            </a:r>
          </a:p>
          <a:p xmlns:a="http://schemas.openxmlformats.org/drawingml/2006/main">
            <a:r>
              <a:t>[{"kind": "标签", "url": "https://github.com/OpenXiangShan/XiangShan/issues/5809", "label_snapshot": "module: backend, type: bug/fixed"}, {"kind": "判定", "url": "https://github.com/OpenXiangShan/XiangShan/issues/5809", "summary": "GitHub `type: bug/fixed` 标签；无 tool 标签，按 XiangShan 已确认且已有修复标签记录。"}]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#5808 `vstart` mismatch after a minimal `vsse16.v` RVV testcase</a:t>
            </a:r>
          </a:p>
          <a:p xmlns:a="http://schemas.openxmlformats.org/drawingml/2006/main">
            <a:r>
              <a:t>https://github.com/OpenXiangShan/XiangShan/issues/5808</a:t>
            </a:r>
          </a:p>
          <a:p xmlns:a="http://schemas.openxmlformats.org/drawingml/2006/main">
            <a:r>
              <a:t>[{"kind": "标签", "url": "https://github.com/OpenXiangShan/XiangShan/issues/5808", "label_snapshot": "module: vector, type: bug/WIP feature"}, {"kind": "判定", "url": "https://github.com/OpenXiangShan/XiangShan/issues/5808",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#5790 Mismatch mcause and mtval when executing vssseg3e16.v</a:t>
            </a:r>
          </a:p>
          <a:p xmlns:a="http://schemas.openxmlformats.org/drawingml/2006/main">
            <a:r>
              <a:t>https://github.com/OpenXiangShan/XiangShan/issues/5790</a:t>
            </a:r>
          </a:p>
          <a:p xmlns:a="http://schemas.openxmlformats.org/drawingml/2006/main">
            <a:r>
              <a:t>[{"kind": "标签", "url": "https://github.com/OpenXiangShan/XiangShan/issues/5790", "label_snapshot": "type: bug/invalid"}, {"kind": "判定", "url": "https://github.com/OpenXiangShan/XiangShan/issues/5790",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#5777 No instructions have been submitted for a long time. Could this be a case of deadlock?</a:t>
            </a:r>
          </a:p>
          <a:p xmlns:a="http://schemas.openxmlformats.org/drawingml/2006/main">
            <a:r>
              <a:t>https://github.com/OpenXiangShan/XiangShan/issues/5777</a:t>
            </a:r>
          </a:p>
          <a:p xmlns:a="http://schemas.openxmlformats.org/drawingml/2006/main">
            <a:r>
              <a:t>[{"kind": "标签", "url": "https://github.com/OpenXiangShan/XiangShan/issues/5777", "label_snapshot": "type: bug/invalid"}, {"kind": "判定", "url": "https://github.com/OpenXiangShan/XiangShan/issues/5777",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#5772 vmv4r.v with misaligned registers dosen't raise illegal instruction exception</a:t>
            </a:r>
          </a:p>
          <a:p xmlns:a="http://schemas.openxmlformats.org/drawingml/2006/main">
            <a:r>
              <a:t>https://github.com/OpenXiangShan/XiangShan/issues/5772</a:t>
            </a:r>
          </a:p>
          <a:p xmlns:a="http://schemas.openxmlformats.org/drawingml/2006/main">
            <a:r>
              <a:t>[{"kind": "标签", "url": "https://github.com/OpenXiangShan/XiangShan/issues/5772", "label_snapshot": "type: bug/confirmed, module: backend"}, {"kind": "判定", "url": "https://github.com/OpenXiangShan/XiangShan/issues/5772",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#5770 Vector whole register load(vl2re32.v) partially updates destination on exception</a:t>
            </a:r>
          </a:p>
          <a:p xmlns:a="http://schemas.openxmlformats.org/drawingml/2006/main">
            <a:r>
              <a:t>https://github.com/OpenXiangShan/XiangShan/issues/5770</a:t>
            </a:r>
          </a:p>
          <a:p xmlns:a="http://schemas.openxmlformats.org/drawingml/2006/main">
            <a:r>
              <a:t>[{"kind": "标签", "url": "https://github.com/OpenXiangShan/XiangShan/issues/5770", "label_snapshot": "module: backend, module: vector, type: bug/WIP feature, version: kunminghu-v3"}, {"kind": "判定", "url": "https://github.com/OpenXiangShan/XiangShan/issues/5770",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#5769 Vector indexed segment store (vsuxseg*ei*) reports only base address in mtval on exception</a:t>
            </a:r>
          </a:p>
          <a:p xmlns:a="http://schemas.openxmlformats.org/drawingml/2006/main">
            <a:r>
              <a:t>https://github.com/OpenXiangShan/XiangShan/issues/5769</a:t>
            </a:r>
          </a:p>
          <a:p xmlns:a="http://schemas.openxmlformats.org/drawingml/2006/main">
            <a:r>
              <a:t>[{"kind": "标签", "url": "https://github.com/OpenXiangShan/XiangShan/issues/5769", "label_snapshot": "module: backend, module: vector, type: bug/WIP feature, version: kunminghu-v3"}, {"kind": "判定", "url": "https://github.com/OpenXiangShan/XiangShan/issues/5769",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#5768 Vector FP move/merge instructions missing `frm` reserved value check</a:t>
            </a:r>
          </a:p>
          <a:p xmlns:a="http://schemas.openxmlformats.org/drawingml/2006/main">
            <a:r>
              <a:t>https://github.com/OpenXiangShan/XiangShan/issues/5768</a:t>
            </a:r>
          </a:p>
          <a:p xmlns:a="http://schemas.openxmlformats.org/drawingml/2006/main">
            <a:r>
              <a:t>[{"kind": "标签", "url": "https://github.com/OpenXiangShan/XiangShan/issues/5768", "label_snapshot": "type: bug/confirmed, module: backend"}, {"kind": "判定", "url": "https://github.com/OpenXiangShan/XiangShan/issues/5768",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#5767 `vlseg2e8ff.v` with later-element fault triggers XiangShan internal critical error</a:t>
            </a:r>
          </a:p>
          <a:p xmlns:a="http://schemas.openxmlformats.org/drawingml/2006/main">
            <a:r>
              <a:t>https://github.com/OpenXiangShan/XiangShan/issues/5767</a:t>
            </a:r>
          </a:p>
          <a:p xmlns:a="http://schemas.openxmlformats.org/drawingml/2006/main">
            <a:r>
              <a:t>[{"kind": "标签", "url": "https://github.com/OpenXiangShan/XiangShan/issues/5767", "label_snapshot": "type: bug/confirmed, module: backend"}, {"kind": "判定", "url": "https://github.com/OpenXiangShan/XiangShan/issues/5767", "summary": "GitHub `type: bug/confirmed` 标签；无 tool 标签，按 XiangShan 已确认 RTL/实现问题记录。"}]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#5766 `vle8ff` fault-only-first followed by immediate `csrr vl` returns 0 on XiangShan, while Spike returns the expected `vl`</a:t>
            </a:r>
          </a:p>
          <a:p xmlns:a="http://schemas.openxmlformats.org/drawingml/2006/main">
            <a:r>
              <a:t>https://github.com/OpenXiangShan/XiangShan/issues/5766</a:t>
            </a:r>
          </a:p>
          <a:p xmlns:a="http://schemas.openxmlformats.org/drawingml/2006/main">
            <a:r>
              <a:t>[{"kind": "标签", "url": "https://github.com/OpenXiangShan/XiangShan/issues/5766", "label_snapshot": "type: bug/confirmed, module: backend"}, {"kind": "判定", "url": "https://github.com/OpenXiangShan/XiangShan/issues/5766",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#5765 Difftest mismatch on tail bits of v0 after vlm.v</a:t>
            </a:r>
          </a:p>
          <a:p xmlns:a="http://schemas.openxmlformats.org/drawingml/2006/main">
            <a:r>
              <a:t>https://github.com/OpenXiangShan/XiangShan/issues/5765</a:t>
            </a:r>
          </a:p>
          <a:p xmlns:a="http://schemas.openxmlformats.org/drawingml/2006/main">
            <a:r>
              <a:t>[{"kind": "标签", "url": "https://github.com/OpenXiangShan/XiangShan/issues/5765", "label_snapshot": "type: bug/confirmed, module: backend"}, {"kind": "判定", "url": "https://github.com/OpenXiangShan/XiangShan/issues/5765",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#5739 `csrr vl` reads stale zero immediately after `vsetvli`</a:t>
            </a:r>
          </a:p>
          <a:p xmlns:a="http://schemas.openxmlformats.org/drawingml/2006/main">
            <a:r>
              <a:t>https://github.com/OpenXiangShan/XiangShan/issues/5739</a:t>
            </a:r>
          </a:p>
          <a:p xmlns:a="http://schemas.openxmlformats.org/drawingml/2006/main">
            <a:r>
              <a:t>[{"kind": "标签", "url": "https://github.com/OpenXiangShan/XiangShan/issues/5739", "label_snapshot": "module: backend, type: bug/fixed"}, {"kind": "判定", "url": "https://github.com/OpenXiangShan/XiangShan/issues/5739", "summary": "GitHub `type: bug/fixed` 标签；无 tool 标签，按 XiangShan 已确认且已有修复标签记录。"}]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#5725 Behavior mismatch on RVV testcase (`vsetvl x0, x0, rs2` path)</a:t>
            </a:r>
          </a:p>
          <a:p xmlns:a="http://schemas.openxmlformats.org/drawingml/2006/main">
            <a:r>
              <a:t>https://github.com/OpenXiangShan/XiangShan/issues/5725</a:t>
            </a:r>
          </a:p>
          <a:p xmlns:a="http://schemas.openxmlformats.org/drawingml/2006/main">
            <a:r>
              <a:t>[{"kind": "标签", "url": "https://github.com/OpenXiangShan/XiangShan/issues/5725", "label_snapshot": "module: backend, module: tool, type: bug/fixed"}, {"kind": "判定", "url": "https://github.com/OpenXiangShan/XiangShan/issues/5725#issuecomment-4132725504", "summary": "维护者 huxuan0307 明确 \"not a bug but a feature\"；后来 NEMU 与 XiangShan 统一对 reserved 情形报非法。", "quote": "Thank you for your bug report. As described in the vector section of the specification, the vsetvl[i] instruction is reserved when rs1 = x0 and rd = x0. Since there is no explicit description of how to implement reserved, the hardware can implement it in any reasonable way. In other words, this is not a bug but a \"feature\".",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#5702 Vector memory access</a:t>
            </a:r>
          </a:p>
          <a:p xmlns:a="http://schemas.openxmlformats.org/drawingml/2006/main">
            <a:r>
              <a:t>https://github.com/OpenXiangShan/XiangShan/issues/5702</a:t>
            </a:r>
          </a:p>
          <a:p xmlns:a="http://schemas.openxmlformats.org/drawingml/2006/main">
            <a:r>
              <a:t>[{"kind": "标签", "url": "https://github.com/OpenXiangShan/XiangShan/issues/5702", "label_snapshot": "type: bug/invalid, module: unknown"}, {"kind": "判定", "url": "https://github.com/OpenXiangShan/XiangShan/issues/5702",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#5449 VectorFloatFMA module operation alignment logic error</a:t>
            </a:r>
          </a:p>
          <a:p xmlns:a="http://schemas.openxmlformats.org/drawingml/2006/main">
            <a:r>
              <a:t>https://github.com/OpenXiangShan/XiangShan/issues/5449</a:t>
            </a:r>
          </a:p>
          <a:p xmlns:a="http://schemas.openxmlformats.org/drawingml/2006/main">
            <a:r>
              <a:t>[{"kind": "标签", "url": "https://github.com/OpenXiangShan/XiangShan/issues/5449", "label_snapshot": "type: bug/invalid"}, {"kind": "判定", "url": "https://github.com/OpenXiangShan/XiangShan/issues/5449",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#5426 v31_low different on vfredusum.vs</a:t>
            </a:r>
          </a:p>
          <a:p xmlns:a="http://schemas.openxmlformats.org/drawingml/2006/main">
            <a:r>
              <a:t>https://github.com/OpenXiangShan/XiangShan/issues/5426</a:t>
            </a:r>
          </a:p>
          <a:p xmlns:a="http://schemas.openxmlformats.org/drawingml/2006/main">
            <a:r>
              <a:t>[{"kind": "标签", "url": "https://github.com/OpenXiangShan/XiangShan/issues/5426", "label_snapshot": "module: tool, type: bug/fixed"}, {"kind": "判定", "url": "https://github.com/OpenXiangShan/XiangShan/issues/5426#issuecomment-3692247360", "summary": "维护者 lewislzh 明确 NEMU bug、\"RTL implementation is correct\"。", "quote": "Thanks for the issue report. This is indeed a bug in the NEMU simulator (the RTL implementation is correct)：\nThe RISC-V Vector specification states that for the vfredusum instruction, when an operand is masked off, it may be treated as -0 if the rounding mode is not RDN; for RDN, the operand needs to be treated as +0. NEMU’s handling of the RDN case was incorrect. A fix has been submitted.", "quote_language": "original", "quote_note": "原评论逐行摘录；多行以换行连接，可能省略其他行"}]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#5425 Assertion failed at DCache on vector indexed segment store instructions</a:t>
            </a:r>
          </a:p>
          <a:p xmlns:a="http://schemas.openxmlformats.org/drawingml/2006/main">
            <a:r>
              <a:t>https://github.com/OpenXiangShan/XiangShan/issues/5425</a:t>
            </a:r>
          </a:p>
          <a:p xmlns:a="http://schemas.openxmlformats.org/drawingml/2006/main">
            <a:r>
              <a:t>[{"kind": "标签", "url": "https://github.com/OpenXiangShan/XiangShan/issues/5425", "label_snapshot": "type: bug/invalid, module: unknown"}, {"kind": "判定", "url": "https://github.com/OpenXiangShan/XiangShan/issues/5425",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#5424 Mismatch for store commits on vector indexed segment store instructions</a:t>
            </a:r>
          </a:p>
          <a:p xmlns:a="http://schemas.openxmlformats.org/drawingml/2006/main">
            <a:r>
              <a:t>https://github.com/OpenXiangShan/XiangShan/issues/5424</a:t>
            </a:r>
          </a:p>
          <a:p xmlns:a="http://schemas.openxmlformats.org/drawingml/2006/main">
            <a:r>
              <a:t>[{"kind": "标签", "url": "https://github.com/OpenXiangShan/XiangShan/issues/5424", "label_snapshot": "note: duplicate, module: tool"}, {"kind": "最终评论核验", "url": "https://github.com/OpenXiangShan/XiangShan/issues/5424#issuecomment-3689978534", "summary": "Yan-Muzi：Please refer to #5279", "quote": "Please refer to #5279.",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#5288 Unexpected interaction between vs1r.v and fence.i instructions</a:t>
            </a:r>
          </a:p>
          <a:p xmlns:a="http://schemas.openxmlformats.org/drawingml/2006/main">
            <a:r>
              <a:t>https://github.com/OpenXiangShan/XiangShan/issues/5288</a:t>
            </a:r>
          </a:p>
          <a:p xmlns:a="http://schemas.openxmlformats.org/drawingml/2006/main">
            <a:r>
              <a:t>[{"kind": "标签", "url": "https://github.com/OpenXiangShan/XiangShan/issues/5288", "label_snapshot": "type: bug/invalid, module: unknown"}, {"kind": "判定", "url": "https://github.com/OpenXiangShan/XiangShan/issues/5288",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#5279 Mismatch in vector store commit behavior under misaligned base address</a:t>
            </a:r>
          </a:p>
          <a:p xmlns:a="http://schemas.openxmlformats.org/drawingml/2006/main">
            <a:r>
              <a:t>https://github.com/OpenXiangShan/XiangShan/issues/5279</a:t>
            </a:r>
          </a:p>
          <a:p xmlns:a="http://schemas.openxmlformats.org/drawingml/2006/main">
            <a:r>
              <a:t>[{"kind": "标签", "url": "https://github.com/OpenXiangShan/XiangShan/issues/5279", "label_snapshot": "type: bug/confirmed, module: tool"}, {"kind": "判定", "url": "https://github.com/OpenXiangShan/XiangShan/issues/5279#issuecomment-3595092909", "summary": "维护者 Yan-Muzi 明确：\"known bug of difftest\"，非 RTL。", "quote": "It is a known bug of difftest. We have not really figured out how to compare store commits of vector stores. We may fix this in the future.",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#4368 Vector Configuration</a:t>
            </a:r>
          </a:p>
          <a:p xmlns:a="http://schemas.openxmlformats.org/drawingml/2006/main">
            <a:r>
              <a:t>https://github.com/OpenXiangShan/XiangShan/issues/4368</a:t>
            </a:r>
          </a:p>
          <a:p xmlns:a="http://schemas.openxmlformats.org/drawingml/2006/main">
            <a:r>
              <a:t>[{"kind": "标签", "url": "https://github.com/OpenXiangShan/XiangShan/issues/4368", "label_snapshot": "type: question/answered"}, {"kind": "判定", "url": "https://github.com/OpenXiangShan/XiangShan/issues/4368",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#4190 KunminghuV2Config doesn't seem to dual issue vector instructions</a:t>
            </a:r>
          </a:p>
          <a:p xmlns:a="http://schemas.openxmlformats.org/drawingml/2006/main">
            <a:r>
              <a:t>https://github.com/OpenXiangShan/XiangShan/issues/4190</a:t>
            </a:r>
          </a:p>
          <a:p xmlns:a="http://schemas.openxmlformats.org/drawingml/2006/main">
            <a:r>
              <a:t>[{"kind": "标签", "url": "https://github.com/OpenXiangShan/XiangShan/issues/4190", "label_snapshot": "type: bug/reported"}, {"kind": "最终全评论复核", "url": "https://github.com/OpenXiangShan/XiangShan/issues/4190#issuecomment-2597589506", "summary": "维护者确认不必要vd依赖性能问题，PR4198修复且报告者回测；LMUL1解码限制另属设计取舍", "quote": "The above issue has been fixed by https://github.com/OpenXiangShan/XiangShan/pull/4198",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#4017 Store-load violation checking for vector instruction</a:t>
            </a:r>
          </a:p>
          <a:p xmlns:a="http://schemas.openxmlformats.org/drawingml/2006/main">
            <a:r>
              <a:t>https://github.com/OpenXiangShan/XiangShan/issues/4017</a:t>
            </a:r>
          </a:p>
          <a:p xmlns:a="http://schemas.openxmlformats.org/drawingml/2006/main">
            <a:r>
              <a:t>[{"kind": "标签", "url": "https://github.com/OpenXiangShan/XiangShan/issues/4017", "label_snapshot": "type: question/answered"}, {"kind": "判定", "url": "https://github.com/OpenXiangShan/XiangShan/issues/4017",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#3962 How to turn off vector instruction extension？</a:t>
            </a:r>
          </a:p>
          <a:p xmlns:a="http://schemas.openxmlformats.org/drawingml/2006/main">
            <a:r>
              <a:t>https://github.com/OpenXiangShan/XiangShan/issues/3962</a:t>
            </a:r>
          </a:p>
          <a:p xmlns:a="http://schemas.openxmlformats.org/drawingml/2006/main">
            <a:r>
              <a:t>[{"kind": "标签", "url": "https://github.com/OpenXiangShan/XiangShan/issues/3962", "label_snapshot": "type: question/answered"}, {"kind": "判定", "url": "https://github.com/OpenXiangShan/XiangShan/issues/3962",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#3488  Why does only one execution unit support vppu? &amp; vcompress optimization suggestion</a:t>
            </a:r>
          </a:p>
          <a:p xmlns:a="http://schemas.openxmlformats.org/drawingml/2006/main">
            <a:r>
              <a:t>https://github.com/OpenXiangShan/XiangShan/issues/3488</a:t>
            </a:r>
          </a:p>
          <a:p xmlns:a="http://schemas.openxmlformats.org/drawingml/2006/main">
            <a:r>
              <a:t>[{"kind": "标签", "url": "https://github.com/OpenXiangShan/XiangShan/issues/3488", "label_snapshot": "type: question/answered"}, {"kind": "判定", "url": "https://github.com/OpenXiangShan/XiangShan/issues/3488",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#3200 rvv-bench: XiangShan performance problems</a:t>
            </a:r>
          </a:p>
          <a:p xmlns:a="http://schemas.openxmlformats.org/drawingml/2006/main">
            <a:r>
              <a:t>https://github.com/OpenXiangShan/XiangShan/issues/3200</a:t>
            </a:r>
          </a:p>
          <a:p xmlns:a="http://schemas.openxmlformats.org/drawingml/2006/main">
            <a:r>
              <a:t>[{"kind": "标签", "url": "https://github.com/OpenXiangShan/XiangShan/issues/3200", "label_snapshot": "type: problem/answered"}, {"kind": "判定", "url": "https://github.com/OpenXiangShan/XiangShan/issues/3200",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#3012 Difftest failed on a RISC-V Vector memcpy workload with misaligned(in vlen granularity, not element) unit stride load</a:t>
            </a:r>
          </a:p>
          <a:p xmlns:a="http://schemas.openxmlformats.org/drawingml/2006/main">
            <a:r>
              <a:t>https://github.com/OpenXiangShan/XiangShan/issues/3012</a:t>
            </a:r>
          </a:p>
          <a:p xmlns:a="http://schemas.openxmlformats.org/drawingml/2006/main">
            <a:r>
              <a:t>[{"kind": "标签", "url": "https://github.com/OpenXiangShan/XiangShan/issues/3012", "label_snapshot": "type: bug/reported"}, {"kind": "最终评论核验", "url": "https://github.com/OpenXiangShan/XiangShan/issues/3012#issuecomment-2134233149", "summary": "作者cyyself：Fixed NEMU commit b9796f4ec8b8427b4fb995ec948ed345f1caeaf4", "quote": "Fixed [https://github.com/OpenXiangShan/NEMU/commit/b9796f4ec8b8427b4fb995ec948ed345f1caeaf4](https://github.com/OpenXiangShan/NEMU/commit/b9796f4ec8b8427b4fb995ec948ed345f1caeaf4) 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#2890 Simulation hangs for longer running functions using the vector extension</a:t>
            </a:r>
          </a:p>
          <a:p xmlns:a="http://schemas.openxmlformats.org/drawingml/2006/main">
            <a:r>
              <a:t>https://github.com/OpenXiangShan/XiangShan/issues/2890</a:t>
            </a:r>
          </a:p>
          <a:p xmlns:a="http://schemas.openxmlformats.org/drawingml/2006/main">
            <a:r>
              <a:t>[{"kind": "标签", "url": "https://github.com/OpenXiangShan/XiangShan/issues/2890", "label_snapshot": "type: bug/reported"}, {"kind": "最终全评论复核", "url": "https://github.com/OpenXiangShan/XiangShan/issues/2890#issuecomment-2220740793", "summary": "维护者给出RTL修复PR3140/commit1a0c5d且报告者验证；同帖后续还有nexus-am与VS配置问题，不整帖算单一RTL缺陷", "quote": "We have fixed the issue at this commit(1a0c5d77fed8b13a9fa5f70d1f25d808a311dd7b) in this pull requests (https://github.com/OpenXiangShan/XiangShan/pull/3140). This will later be integrated into the master.", "quote_language": "original", "quote_note": "原评论逐行摘录；多行以换行连接，可能省略其他行"}]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来源：XiangShan-V扩展issue与PoC提取.md，第三部分。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https://github.com/OpenXiangShan/XiangShan/issues/5766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https://github.com/OpenXiangShan/XiangShan/issues/5766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https://github.com/OpenXiangShan/XiangShan/issues/5829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https://github.com/OpenXiangShan/XiangShan/issues/6576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https://github.com/OpenXiangShan/XiangShan/issues/5772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https://github.com/OpenXiangShan/XiangShan/issues/5772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来源：XiangShan-V扩展issue与PoC提取.md，第三部分。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来源：XiangShan-V扩展issue与PoC提取.md，第三部分。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来源：XiangShan-V扩展issue与PoC提取.md，第三部分。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</a:t>
            </a:r>
          </a:p>
          <a:p xmlns:a="http://schemas.openxmlformats.org/drawingml/2006/main">
            <a:r>
              <a:t>https://github.com/OpenXiangShan/XiangShan/issues/2890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来源：XiangShan-V扩展issue与PoC提取.md，方法模板：验证三件套。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原帖：github.com/OpenXiangShan/XiangShan/issues/5739。展示原始代码节选，不是独立可运行的完整测试。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原帖：github.com/OpenXiangShan/XiangShan/issues/6561。展示原始代码节选，不是独立可运行的完整测试。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原帖：github.com/OpenXiangShan/XiangShan/issues/5829。展示原始代码节选，不是独立可运行的完整测试。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原帖：github.com/OpenXiangShan/XiangShan/issues/5765。展示原始代码节选，不是独立可运行的完整测试。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原帖：github.com/OpenXiangShan/XiangShan/issues/5809。展示原始代码节选，不是独立可运行的完整测试。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原帖：github.com/OpenXiangShan/XiangShan/issues/5933。展示原始代码节选，不是独立可运行的完整测试。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原帖：github.com/OpenXiangShan/XiangShan/issues/5766。展示原始代码节选，不是独立可运行的完整测试。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原帖：github.com/OpenXiangShan/XiangShan/issues/5767。展示原始代码节选，不是独立可运行的完整测试。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原帖：github.com/OpenXiangShan/XiangShan/issues/6399。展示原始代码节选，不是独立可运行的完整测试。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原帖：github.com/OpenXiangShan/XiangShan/issues/6015。展示原始代码节选，不是独立可运行的完整测试。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https://github.com/OpenXiangShan/XiangShan/issues/6467</a:t>
            </a:r>
          </a:p>
          <a:p xmlns:a="http://schemas.openxmlformats.org/drawingml/2006/main">
            <a:r>
              <a:t>[{"url": "https://github.com/OpenXiangShan/XiangShan/issues/6467#issuecomment-5506320043", "body": "Thanks for your report. We'll look into this.", "user": {"login": "ChrisYzcc", "name": "ChrisYzcc", "email": null, "avatar_url": "https://avatars.githubusercontent.com/u/117955876?v=4", "id": 117955876}, "id": 5506320043, "pull_request_review_id": null, "in_reply_to_id": null, "created_at": null, "updated_at": null, "review": null, "side": null, "line": null, "start_line": null, "path": null, "body_html": "&lt;p dir=\"auto\"&gt;Thanks for your report. We'll look into this.&lt;/p&gt;"}, {"url": "https://github.com/OpenXiangShan/XiangShan/issues/6467#issuecomment-5522852062", "body": "Thank you for your report!  About your question:\n\n1. That's indeed a bug of `deqPtr` update, and it's the first time to be observed.\n2. The asymmetric `dataQueue.io.empty` gate between the `deqPtr` (:1272) and `rdataPtr` (:1302) inactive skips is intentional. We fixed it in #6474\n3. The vector unit of tip is under refactor, it may **can't execute complex vector instruction** (such as **stride** or **index** vector memory instruction) . The bug report base on `68901834` is all right.\n4. You can construct a test case: use a large number of stores with different cache lines to cause `Sbuffer` to have **L1 miss evictions** and then perform inactive vector stores.", "user": {"login": "weidingliu", "name": "weidingliu", "email": null, "avatar_url": "https://avatars.githubusercontent.com/u/47169884?v=4", "id": 47169884}, "id": 5522852062, "pull_request_review_id": null, "in_reply_to_id": null, "created_at": null, "updated_at": null, "review": null, "side": null, "line": null, "start_line": null, "path": null, "body_html": "&lt;p dir=\"auto\"&gt;Thank you for your report!  About your question:&lt;/p&gt;\n&lt;ol dir=\"auto\"&gt;\n&lt;li&gt;That's indeed a bug of &lt;code class=\"notranslate\"&gt;deqPtr&lt;/code&gt; update, and it's the first time to be observed.&lt;/li&gt;\n&lt;li&gt;The asymmetric &lt;code class=\"notranslate\"&gt;dataQueue.io.empty&lt;/code&gt; gate between the &lt;code class=\"notranslate\"&gt;deqPtr&lt;/code&gt; (:1272) and &lt;code class=\"notranslate\"&gt;rdataPtr&lt;/code&gt; (:1302) inactive skips is intentional. We fixed it in &lt;a class=\"issue-link js-issue-link\" data-error-text=\"Failed to load title\" data-id=\"5334191581\" data-permission-text=\"Title is private\" data-url=\"https://github.com/OpenXiangShan/XiangShan/issues/6474\" data-hovercard-type=\"pull_request\" data-hovercard-url=\"/OpenXiangShan/XiangShan/pull/6474/hovercard\" href=\"https://github.com/OpenXiangShan/XiangShan/pull/6474\"&gt;#6474&lt;/a&gt;&lt;/li&gt;\n&lt;li&gt;The vector unit of tip is under refactor, it may &lt;strong&gt;can't execute complex vector instruction&lt;/strong&gt; (such as &lt;strong&gt;stride&lt;/strong&gt; or &lt;strong&gt;index&lt;/strong&gt; vector memory instruction) . The bug report base on &lt;code class=\"notranslate\"&gt;68901834&lt;/code&gt; is all right.&lt;/li&gt;\n&lt;li&gt;You can construct a test case: use a large number of stores with different cache lines to cause &lt;code class=\"notranslate\"&gt;Sbuffer&lt;/code&gt; to have &lt;strong&gt;L1 miss evictions&lt;/strong&gt; and then perform inactive vector stores.&lt;/li&gt;\n&lt;/ol&gt;"}]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https://github.com/OpenXiangShan/XiangShan/issues/6168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https://github.com/OpenXiangShan/XiangShan/issues/4190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389c3a92946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870fe63de4c19" /><Relationship Type="http://schemas.openxmlformats.org/officeDocument/2006/relationships/slideLayout" Target="/ppt/slideLayouts/slideLayout1.xml" Id="Rbf0dabb40ce1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dabb40ce1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54685721e4b04" /><Relationship Type="http://schemas.openxmlformats.org/officeDocument/2006/relationships/notesSlide" Target="/ppt/notesSlides/notesSlide1.xml" Id="R337b3857f8ca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0fb71acd743ef" /><Relationship Type="http://schemas.openxmlformats.org/officeDocument/2006/relationships/notesSlide" Target="/ppt/notesSlides/notesSlide2.xml" Id="R919d7e835e1c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41eb8c3f14e93" /><Relationship Type="http://schemas.openxmlformats.org/officeDocument/2006/relationships/notesSlide" Target="/ppt/notesSlides/notesSlide3.xml" Id="R3f5fd76b763143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6c879ef914543" /><Relationship Type="http://schemas.openxmlformats.org/officeDocument/2006/relationships/notesSlide" Target="/ppt/notesSlides/notesSlide4.xml" Id="Raeff4662cfae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9ae1c84074fca" /><Relationship Type="http://schemas.openxmlformats.org/officeDocument/2006/relationships/chart" Target="/ppt/slides/charts/chart1.xml" Id="R746e1c2d696f463e" /><Relationship Type="http://schemas.openxmlformats.org/officeDocument/2006/relationships/notesSlide" Target="/ppt/notesSlides/notesSlide5.xml" Id="Rb167f5d158f7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f0aa60ead454e" /><Relationship Type="http://schemas.openxmlformats.org/officeDocument/2006/relationships/notesSlide" Target="/ppt/notesSlides/notesSlide6.xml" Id="R1bf449bf2419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eaff27204111" /><Relationship Type="http://schemas.openxmlformats.org/officeDocument/2006/relationships/notesSlide" Target="/ppt/notesSlides/notesSlide7.xml" Id="Rf57b2d64cb8946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cc1dbaffe44bc" /><Relationship Type="http://schemas.openxmlformats.org/officeDocument/2006/relationships/notesSlide" Target="/ppt/notesSlides/notesSlide8.xml" Id="R414a700a75d440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85b1491ef4c8f" /><Relationship Type="http://schemas.openxmlformats.org/officeDocument/2006/relationships/notesSlide" Target="/ppt/notesSlides/notesSlide9.xml" Id="Rd62954bc5de641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9c212777a4b17" /><Relationship Type="http://schemas.openxmlformats.org/officeDocument/2006/relationships/notesSlide" Target="/ppt/notesSlides/notesSlide10.xml" Id="R739607cf19534b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0f815f854fcf" /><Relationship Type="http://schemas.openxmlformats.org/officeDocument/2006/relationships/notesSlide" Target="/ppt/notesSlides/notesSlide11.xml" Id="Rb80af8f0ed9246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a4786d8d4a5c" /><Relationship Type="http://schemas.openxmlformats.org/officeDocument/2006/relationships/notesSlide" Target="/ppt/notesSlides/notesSlide12.xml" Id="Rfb78c46380a84f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3e7906224ef0" /><Relationship Type="http://schemas.openxmlformats.org/officeDocument/2006/relationships/notesSlide" Target="/ppt/notesSlides/notesSlide13.xml" Id="R58a0b71b2bd64e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c783923634d04" /><Relationship Type="http://schemas.openxmlformats.org/officeDocument/2006/relationships/notesSlide" Target="/ppt/notesSlides/notesSlide14.xml" Id="Re3303af7719943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ec14b956046b4" /><Relationship Type="http://schemas.openxmlformats.org/officeDocument/2006/relationships/notesSlide" Target="/ppt/notesSlides/notesSlide15.xml" Id="Rfd5b5d1ba3394f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e9dd52c1d452a" /><Relationship Type="http://schemas.openxmlformats.org/officeDocument/2006/relationships/notesSlide" Target="/ppt/notesSlides/notesSlide16.xml" Id="Rdb54859831f344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ce9d6edca46df" /><Relationship Type="http://schemas.openxmlformats.org/officeDocument/2006/relationships/notesSlide" Target="/ppt/notesSlides/notesSlide17.xml" Id="R8c0d4f6d084443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ee398416b4a9f" /><Relationship Type="http://schemas.openxmlformats.org/officeDocument/2006/relationships/notesSlide" Target="/ppt/notesSlides/notesSlide18.xml" Id="R776ecb40fb5349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d272274cc4ff6" /><Relationship Type="http://schemas.openxmlformats.org/officeDocument/2006/relationships/notesSlide" Target="/ppt/notesSlides/notesSlide19.xml" Id="R8ed029e93f2f48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e56ba553b475e" /><Relationship Type="http://schemas.openxmlformats.org/officeDocument/2006/relationships/notesSlide" Target="/ppt/notesSlides/notesSlide20.xml" Id="Rf83d311ce9df4d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da27b5b584b6b" /><Relationship Type="http://schemas.openxmlformats.org/officeDocument/2006/relationships/notesSlide" Target="/ppt/notesSlides/notesSlide21.xml" Id="R6af8d0ef06c343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cf876825471c" /><Relationship Type="http://schemas.openxmlformats.org/officeDocument/2006/relationships/notesSlide" Target="/ppt/notesSlides/notesSlide22.xml" Id="Rcf3970e34be544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2f41051a849a1" /><Relationship Type="http://schemas.openxmlformats.org/officeDocument/2006/relationships/notesSlide" Target="/ppt/notesSlides/notesSlide23.xml" Id="R93b7668bbbc848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7ff205844923" /><Relationship Type="http://schemas.openxmlformats.org/officeDocument/2006/relationships/notesSlide" Target="/ppt/notesSlides/notesSlide24.xml" Id="R752f110e97be4d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4e69a2884d6c" /><Relationship Type="http://schemas.openxmlformats.org/officeDocument/2006/relationships/notesSlide" Target="/ppt/notesSlides/notesSlide25.xml" Id="R08aa12ee56b74c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b8f61dcf44a7b" /><Relationship Type="http://schemas.openxmlformats.org/officeDocument/2006/relationships/notesSlide" Target="/ppt/notesSlides/notesSlide26.xml" Id="Re1b25bd12f3b4d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1450203324eb7" /><Relationship Type="http://schemas.openxmlformats.org/officeDocument/2006/relationships/notesSlide" Target="/ppt/notesSlides/notesSlide27.xml" Id="Rcb485d63d3414f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24034b8d24ff6" /><Relationship Type="http://schemas.openxmlformats.org/officeDocument/2006/relationships/notesSlide" Target="/ppt/notesSlides/notesSlide28.xml" Id="Rb77af0fd9dd74c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ccf962e80406c" /><Relationship Type="http://schemas.openxmlformats.org/officeDocument/2006/relationships/notesSlide" Target="/ppt/notesSlides/notesSlide29.xml" Id="R44b6abb0f24f49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e558b268d43e9" /><Relationship Type="http://schemas.openxmlformats.org/officeDocument/2006/relationships/notesSlide" Target="/ppt/notesSlides/notesSlide30.xml" Id="R6415a06e0f2543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7ae7223e34941" /><Relationship Type="http://schemas.openxmlformats.org/officeDocument/2006/relationships/notesSlide" Target="/ppt/notesSlides/notesSlide31.xml" Id="Rb0f2b93ee53a4b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9362dcaf64a51" /><Relationship Type="http://schemas.openxmlformats.org/officeDocument/2006/relationships/notesSlide" Target="/ppt/notesSlides/notesSlide32.xml" Id="R191d3fb0b14444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de6f6ed7643e3" /><Relationship Type="http://schemas.openxmlformats.org/officeDocument/2006/relationships/notesSlide" Target="/ppt/notesSlides/notesSlide33.xml" Id="R34e54c6092934d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6cb0228eb4551" /><Relationship Type="http://schemas.openxmlformats.org/officeDocument/2006/relationships/notesSlide" Target="/ppt/notesSlides/notesSlide34.xml" Id="R180718d6d40042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9ebabaedf4cb8" /><Relationship Type="http://schemas.openxmlformats.org/officeDocument/2006/relationships/notesSlide" Target="/ppt/notesSlides/notesSlide35.xml" Id="R2ab655f5adcc4a1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4dc7b26e8473f" /><Relationship Type="http://schemas.openxmlformats.org/officeDocument/2006/relationships/notesSlide" Target="/ppt/notesSlides/notesSlide36.xml" Id="R2c4d1dcb1c7740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183d612147dc" /><Relationship Type="http://schemas.openxmlformats.org/officeDocument/2006/relationships/notesSlide" Target="/ppt/notesSlides/notesSlide37.xml" Id="R451e2f3b2c9444c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2599bfced4b29" /><Relationship Type="http://schemas.openxmlformats.org/officeDocument/2006/relationships/notesSlide" Target="/ppt/notesSlides/notesSlide38.xml" Id="R9b49ac784c01421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673f54b5145b6" /><Relationship Type="http://schemas.openxmlformats.org/officeDocument/2006/relationships/notesSlide" Target="/ppt/notesSlides/notesSlide39.xml" Id="Rc7c9c6f1522a486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bac1f4c144dfb" /><Relationship Type="http://schemas.openxmlformats.org/officeDocument/2006/relationships/notesSlide" Target="/ppt/notesSlides/notesSlide40.xml" Id="Rb6ff1aca17e5448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c6dadf0948a0" /><Relationship Type="http://schemas.openxmlformats.org/officeDocument/2006/relationships/notesSlide" Target="/ppt/notesSlides/notesSlide41.xml" Id="R66aba28f24bf493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6e83e3304ada" /><Relationship Type="http://schemas.openxmlformats.org/officeDocument/2006/relationships/notesSlide" Target="/ppt/notesSlides/notesSlide42.xml" Id="R907e6489e547491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c17ef016141f2" /><Relationship Type="http://schemas.openxmlformats.org/officeDocument/2006/relationships/notesSlide" Target="/ppt/notesSlides/notesSlide43.xml" Id="R46932ad2f85f4c0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aa5c867b441f7" /><Relationship Type="http://schemas.openxmlformats.org/officeDocument/2006/relationships/notesSlide" Target="/ppt/notesSlides/notesSlide44.xml" Id="Rd82dfac52caf4a5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fbbcd215d436f" /><Relationship Type="http://schemas.openxmlformats.org/officeDocument/2006/relationships/notesSlide" Target="/ppt/notesSlides/notesSlide45.xml" Id="Rbf3a19ced69c4a5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85e35abfe45d3" /><Relationship Type="http://schemas.openxmlformats.org/officeDocument/2006/relationships/notesSlide" Target="/ppt/notesSlides/notesSlide46.xml" Id="R32082d40d4b3422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fc0c4ffc048a6" /><Relationship Type="http://schemas.openxmlformats.org/officeDocument/2006/relationships/notesSlide" Target="/ppt/notesSlides/notesSlide47.xml" Id="R2f89563109cb4dc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bc43e3d9f4bdf" /><Relationship Type="http://schemas.openxmlformats.org/officeDocument/2006/relationships/notesSlide" Target="/ppt/notesSlides/notesSlide48.xml" Id="Re7a9d5ad79bf402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8d964a75a469d" /><Relationship Type="http://schemas.openxmlformats.org/officeDocument/2006/relationships/notesSlide" Target="/ppt/notesSlides/notesSlide49.xml" Id="Rb677787b307346d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05184ee314d8e" /><Relationship Type="http://schemas.openxmlformats.org/officeDocument/2006/relationships/notesSlide" Target="/ppt/notesSlides/notesSlide50.xml" Id="R1205c2bb7c22411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5d4872b04e18" /><Relationship Type="http://schemas.openxmlformats.org/officeDocument/2006/relationships/notesSlide" Target="/ppt/notesSlides/notesSlide51.xml" Id="R93dbb6cc12da4db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88c7316245bb" /><Relationship Type="http://schemas.openxmlformats.org/officeDocument/2006/relationships/notesSlide" Target="/ppt/notesSlides/notesSlide52.xml" Id="R2593fb56528d4f1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8dd3bf2024544" /><Relationship Type="http://schemas.openxmlformats.org/officeDocument/2006/relationships/notesSlide" Target="/ppt/notesSlides/notesSlide53.xml" Id="R7033886d79e544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Issue数量</c:v>
          </c:tx>
          <c:spPr>
            <a:solidFill xmlns:a="http://schemas.openxmlformats.org/drawingml/2006/main">
              <a:srgbClr val="666666"/>
            </a:solidFill>
          </c:spPr>
          <c:cat>
            <c:strRef>
              <c:f>'Chart Data'!$A$2:$A$8</c:f>
              <c:strCache>
                <c:ptCount val="7"/>
                <c:pt idx="0">
                  <c:v>03月</c:v>
                </c:pt>
                <c:pt idx="1">
                  <c:v>04月</c:v>
                </c:pt>
                <c:pt idx="2">
                  <c:v>05月</c:v>
                </c:pt>
                <c:pt idx="3">
                  <c:v>06月</c:v>
                </c:pt>
                <c:pt idx="4">
                  <c:v>07月</c:v>
                </c:pt>
                <c:pt idx="5">
                  <c:v>08月</c:v>
                </c:pt>
                <c:pt idx="6">
                  <c:v>09月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18</c:v>
                </c:pt>
                <c:pt idx="2">
                  <c:v>21</c:v>
                </c:pt>
                <c:pt idx="3">
                  <c:v>10</c:v>
                </c:pt>
                <c:pt idx="4">
                  <c:v>8</c:v>
                </c:pt>
                <c:pt idx="5">
                  <c:v>3</c:v>
                </c:pt>
                <c:pt idx="6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7535A-398F-4B1D-9DA9-474A413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XiangShan V 扩展 Issue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73F6C-82AA-477A-A34D-9CBACDE5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0F9CB-52DC-49BA-BD2F-3315183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统计、确认依据与真实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B58A0-E2B5-4A73-AE46-0597423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代码分类与 Mutation 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2BB7F-3D6A-4379-BFA2-CC99A74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固定集合：89 个 Issue    Issue 核查：2026-09-17，文档更新：2026-09-18</a:t>
            </a:r>
          </a:p>
        </p:txBody>
      </p:sp>
    </p:spTree>
    <p:extLst>
      <p:ext uri="{BB962C8B-B14F-4D97-AF65-F5344CB8AC3E}">
        <p14:creationId xmlns:p14="http://schemas.microsoft.com/office/powerpoint/2010/main" val="1474843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906A1-A2DA-4DFA-ADF0-EF4887D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Issue 集合概况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F6A90-7D3B-4E35-92EF-DBABA998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原始清单固定为 89 个 Issue，元数据按 GitHub 原帖校准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97569-6A9B-47B5-BD1E-1A607596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66875"/>
          <a:ext xmlns:a="http://schemas.openxmlformats.org/drawingml/2006/main" cx="108966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4676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 总数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创建时间范围（UTC）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 至 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 Open / 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 / 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范围说明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包含 RTL、工具、重复、讨论与性能条目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656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BCE65-7419-4192-99A8-EF1F67F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作者数量与发帖时间（1）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89841-C82D-48C0-B3F9-BE0ED48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时间为该作者在本次 89 条集合中的最早和最晚创建日期（UTC）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83421-42F6-4212-86D1-C1DD366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966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09625"/>
                <a:gridCol w="904875"/>
                <a:gridCol w="952500"/>
                <a:gridCol w="5848350"/>
              </a:tblGrid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创建日期范围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 至 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2026-03-25 至 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2026-07-21 至 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2025-11-29 至 2026-05-11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 至 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 至 2026-06-13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 至 2026-04-08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 至 2025-01-16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 至 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 至 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 至 2026-06-29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28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9C70-EB66-4F38-BB52-B8F52F5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作者数量与发帖时间（2）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20626-BACA-47DF-8B9D-2D8416E0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时间为该作者在本次 89 条集合中的最早和最晚创建日期（UTC）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678BC-A297-4CCC-A95D-4CE2CDA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966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09625"/>
                <a:gridCol w="904875"/>
                <a:gridCol w="952500"/>
                <a:gridCol w="5848350"/>
              </a:tblGrid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创建日期范围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0x1B05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2026-05-14 至 2026-05-14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biquanha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2026-03-19 至 2026-03-19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cyyself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2024-05-27 至 2024-05-27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H-Y-B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2024-11-29 至 2024-11-29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Hoshi44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 至 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I3eg1nner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2025-12-26 至 2025-12-26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jlong299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2024-12-10 至 2024-12-10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kds1123001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 至 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msuadOf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 至 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Security-HC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 至 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WaltJr-OH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2025-03-06 至 2025-03-06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365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EB29F-06D0-438A-9567-8BB1725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Issue 创建时间分布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B6391-7E9A-4634-BB4F-4D87141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2026 年 75 条，2025 年 8 条，2024 年 6 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FE16F-18FA-4F0C-B295-2198A2B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47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6e1c2d696f463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0AD25-F77E-457B-9D65-6B432D4D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图中仅展示本次集合的 2026 年分布，不代表全仓库缺陷发生率。</a:t>
            </a:r>
          </a:p>
        </p:txBody>
      </p:sp>
    </p:spTree>
    <p:extLst>
      <p:ext uri="{BB962C8B-B14F-4D97-AF65-F5344CB8AC3E}">
        <p14:creationId xmlns:p14="http://schemas.microsoft.com/office/powerpoint/2010/main" val="831379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772A-2FCD-4D5B-BBF8-6DE93AA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香山确认的判定口径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42AAF-BA93-4A1F-8FF3-1909B5C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标签、最终评论、问题归属与修复证据分别记录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59B28-9AA1-43ED-9BD4-8EE54D0D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41557-4B11-4765-9F75-D9AF867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确认依据：明确的 confirmed / fixed 标签，或维护者对该问题的确认、修复说明。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1CBC-670F-49C0-BE5F-DFB4E99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归属另行判断：已确认问题可能属于 RTL、DiffTest、NEMU 或性能，不能合并统计。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8FF2-1913-4BC6-B227-97579DB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Open / Closed 与修复分开：#6561、#6015 仍 Open，但评论已有修复记录。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DF51F-5432-46BB-BDA8-4EFF1EB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WIP、reported 或“稍后检查”不构成确认。分支线索与混合历史问题单列。</a:t>
            </a:r>
          </a:p>
        </p:txBody>
      </p:sp>
    </p:spTree>
    <p:extLst>
      <p:ext uri="{BB962C8B-B14F-4D97-AF65-F5344CB8AC3E}">
        <p14:creationId xmlns:p14="http://schemas.microsoft.com/office/powerpoint/2010/main" val="981895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3EE67-01F5-4923-825F-2D9172A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89 条 Issue 的核验结果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5B86B-C904-4198-AF48-CD025A8C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43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904875"/>
                <a:gridCol w="6657975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归类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 RTL / 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 1 条重复映射 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已确认工具问题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#5279 DiffTest，#5426 NEMU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已确认性能问题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#4190 的不必要依赖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行为对齐记录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#5725，维护者说明非功能 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 / 分支相关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#2890、#6576，不能整帖直接计数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/ 非功能 / 重复等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含维护者否认、报告者撤回、历史记录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尚无充分确认依据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保留为待核查报告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Issue 计数，不等于独立 Bug 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516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0800B-9D6B-48DF-AA23-C4243C3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确认结论中的关键区别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32DE4-1E7E-4432-AF4E-F22C7A0E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AA825-5F45-44B4-BFC3-DF6C5A7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#6467：reported / WIP 标签仍在，但维护者明确确认 deqPtr 更新 Bug，并指向 PR #6474。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B6BD7-965A-4351-A278-644BA0A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#6168：维护者明确称为 known issue，属于调试触发器问题；原帖还没有完成可执行 PoC。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523FD-22F9-4B17-BFB2-83620AF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#5279 / #5426：分别属于 DiffTest 与 NEMU。#5725 属于保留行为的实现对齐。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82169-60F1-4335-A5DE-6969377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#6039：现有 9 个本地 PoC 的关联 Issue，目前仍是待确认报告，不列入后面的已确认 RTL 主表。</a:t>
            </a:r>
          </a:p>
        </p:txBody>
      </p:sp>
    </p:spTree>
    <p:extLst>
      <p:ext uri="{BB962C8B-B14F-4D97-AF65-F5344CB8AC3E}">
        <p14:creationId xmlns:p14="http://schemas.microsoft.com/office/powerpoint/2010/main" val="76405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4200D-A2E6-4AD9-AC82-8BF6CF5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AB087-9425-4709-A409-197A8995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D54EA-8073-43FE-A776-0DC80A5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vlse32.v 异常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 / VS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报告撤回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vssubu.vx / vxsat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masked vsrl.vv 挂死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vcpop.m 非对齐组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vdiv.vx 除零挂死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向量/标量页错 stval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58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40E83-0567-4E4F-89BE-5E78977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清单（2/13）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6257A-DD73-4017-B3CE-D6588EC9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CC1A-6CA0-480D-8FF8-D3E96F5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vmadc.vi mask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vsseg2e16.v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连续异常 mtval 陈旧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vsseg3e32.v uop 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StoreQueue 指针回绕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msuadOf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/ merge 组对齐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kds1123001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VSEW 的 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879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D4A4-CF54-4D9B-A363-5CDB847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清单（3/13）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01491-3692-42C9-9511-696A54E5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5C64D-237F-40F2-8303-8B52027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store fault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#6302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VSEW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vstart / 未实现指令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 fault mcause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目的寄存器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/ I/O PMA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页错后的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809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C1DF9-991D-459E-9014-CB223627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清单（4/13）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5B800-27E0-4EAC-8425-9BA932A1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43FD3-5762-4A22-B72A-4D03C96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fault 后 AMO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未映射页 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watchpoint 丢失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Security-HC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扩展结果高位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 segment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浮点冗余舍入代码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提交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1620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C1CF3-00AB-437D-8569-4B9FD47F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清单（5/13）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A5CA0-63F5-4C0A-A185-F99DA57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B911F-4745-4C2A-B0B2-D0491DB0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whole load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废弃 VMask 模块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genVUopOffset 的 nf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VPermSrcType 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明确非Bug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vfrec7 / fflags 格式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 fault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rd=x0 的 vsetvl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7557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C1C64-FF61-462A-A9EA-F91CE247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清单（6/13）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E3566-E27F-4445-9005-A129FF0D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225F-34EF-4CD3-826F-BD74CA51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vmvnr 寄存器对齐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vmv1r /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异常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明确非Bug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vfsgnj / FS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 load 挂死重复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load 未映射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0x1B05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跨页 / replay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5223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02B2-B179-4FF0-AB6F-E8574A8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清单（7/13）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99869-8BB1-411E-A703-3BFB931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1A1B8-7881-4628-BA5C-BCDEC869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vsse16.v 的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masked segment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zero-stride 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segment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misaligned FOF 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active byte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参考模型内存大小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5086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8F7CC-1D0C-4F58-83F1-9DB78C3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清单（8/13）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045A7-CE92-4B77-A28C-2D37A15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8264A-8A43-4B50-8FDE-C7A1529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vsext 元素选取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自报重复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vmv.x.s 重复报告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自报重复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frm 重复报告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vmv&lt;nr&gt;r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vmerge 的 vd=v0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三指令流水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5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404A6-9183-4987-9655-E6FC66E7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清单（9/13）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A5B2C-ADD9-49A9-952F-6E6F2EF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BF7A5-F265-4D77-A4E9-383431C8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vzext.vf8 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whole load 高位截断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mixed-EEW strided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vfmv.f.s NaN-box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vmv.x.s 符号扩展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 后 vmv.x.s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vsse16.v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604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EC49F-AD1D-476A-9EBB-C9B7CB61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清单（10/13）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279BA-D220-4EB9-BC49-4D8B8F36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E4ED0-0F47-4897-80B6-2E8AC801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模型配置/自修改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MinimalConfig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vmv4r.v 组对齐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异常时部分写回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Hoshi44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 move / merge frm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segment FOF 内部异常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1244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D2F2C-E1E1-4E08-AB57-1D0A19F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清单（11/13）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3F93A-0C9C-4373-A231-D0820454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5DAD-BDCD-4264-8157-BC02F09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后立即读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vlm.v mask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vsetvli 后立即读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行为对齐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vsetvl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biquanha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无效向量访存报告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I3eg1nner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VectorFloatFMA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NEMU vfredusum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6003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EFDCA-275F-4EB0-A096-A19DEE5B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清单（12/13）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B09EF-7C8C-4EB7-8072-407EC86C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9F670-C7A4-485C-B543-170EFFB9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DiffTest 重复映射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自修改覆盖 fence.i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DiffTest store 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#4368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2025-03-06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WaltJr-OH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VLEN 配置讨论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#4190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2025-01-16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向量吞吐/假依赖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#4017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2024-12-10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jlong299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store-load 检查讨论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57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E9A2B-43E8-41F6-A9BD-73D3892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清单（13/13）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84F09-0CB0-40B1-B062-7463BE31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7B28-6FD8-4A2E-AA7D-32D9C23D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#3962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H-Y-B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V 扩展配置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#3488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2024-09-03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vcompress 优化建议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2024-07-14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RVV benchmark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2024-05-27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cyyself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工具历史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NEMU 历史修复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#2890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长程序/多问题历史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5995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1B36E-6497-4AD3-A0B7-229896C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文档归纳的四种固定模板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E3846-C33A-488C-953D-5E761C2F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238500"/>
                <a:gridCol w="45148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 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程序结构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 手写最小复现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 / #5765 / #5766 / #5767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trap handler、VS、目标序列、结果落盘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 自校验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 至 #5840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FS/VS、gp 比较、tohost、通用 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riscv-tests env-p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标准复位框架、PMP、降权执行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fuzzer 运行时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#5772 / #6399 / 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固定运行时、随机指令流、差分筛选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7497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8F88B-FB7C-4F76-BE41-22AAAF7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1：PMP 边界与目标序列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8F349-3EB3-404C-A982-B83C9B9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#5766，M 模式手写最小复现骨架节选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0CF1F-9499-4D34-A53F-D2477F7B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097FC-74FE-46DD-9DC7-008B4F5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t0, deny_start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srli t0, t0, 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pmpaddr0,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t1, deny_end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srli t1, t1, 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pmpaddr1, t1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t2, 0x8800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pmpcfg0, t2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8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t3, a0, e8, m1, tu, mu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v8, 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a1, deny_start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a1, a1, -7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vle8ff.v v8, (a1)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t4, 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35F90-B30C-40A2-B91E-7C10A02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TOR 划定 deny 区，L 位使 M 模式也受约束。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地址偏移 -7 控制第 8 个字节触发 fault。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530F1-0841-41B3-AAA5-266A7EE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#5766</a:t>
            </a:r>
          </a:p>
        </p:txBody>
      </p:sp>
    </p:spTree>
    <p:extLst>
      <p:ext uri="{BB962C8B-B14F-4D97-AF65-F5344CB8AC3E}">
        <p14:creationId xmlns:p14="http://schemas.microsoft.com/office/powerpoint/2010/main" val="1894014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255E2-407A-41F7-B8A0-F46ED8C1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1：ebreak 出口与结果落盘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B8A76-53BD-4506-B298-8F93149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#5766，正常结束和意外异常共用 handler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3B1AB-718E-4289-9DD2-63FBE02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CAAC8-23F5-4D02-BD59-3AF2626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pass: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gp, 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ebreak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trap_handler: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csrr t0, mcause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t1, 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bne t0, t1, unexpected_trap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t2, result_code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sw gp, 0(t2)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t3, done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 mepc, t3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mret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done: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fence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1: j 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7BAB-C617-49ED-97FE-D0D916C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mcause=3 表示正常出口。意外异常分支写入 0xdead。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result_code 保存结论，observed_vl 保存实际观察值。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80DB3-915D-4A5F-81E8-6B72FC5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#5766</a:t>
            </a:r>
          </a:p>
        </p:txBody>
      </p:sp>
    </p:spTree>
    <p:extLst>
      <p:ext uri="{BB962C8B-B14F-4D97-AF65-F5344CB8AC3E}">
        <p14:creationId xmlns:p14="http://schemas.microsoft.com/office/powerpoint/2010/main" val="612969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6D3F-2F84-4B69-A15E-16701413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2：gp 自校验与 tohost 退出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13FE5-CD99-4217-BDDA-23405C4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#5829，省略前置寄存器初始化与通用 handler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1083F-0D01-42E8-A621-D813BA9D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915F9-B9BD-45A8-AEF7-2FC9D842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2, e64, m1,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v9, 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1, e32, m1, tu, mu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x10, data_word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vle32.v v9, (x10)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vmv.x.s x15, v9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x16, 0xffffffffe01d7b92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gp, 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beq x15, x16, exit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gp, 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exit: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t1, tohost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sd gp, 0(t1)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t0, 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.insn i 0x6b, 0, x0, t0,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399C8-0C6F-4A5A-B28A-782C6EDC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gp 记录自校验结果，tohost 写出结论，GOODTRAP 收尾。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通用 handler 按 16/32 位指令长度跳过故障指令。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F5717-52AB-4E84-B93B-CD925BED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#5829</a:t>
            </a:r>
          </a:p>
        </p:txBody>
      </p:sp>
    </p:spTree>
    <p:extLst>
      <p:ext uri="{BB962C8B-B14F-4D97-AF65-F5344CB8AC3E}">
        <p14:creationId xmlns:p14="http://schemas.microsoft.com/office/powerpoint/2010/main" val="17540682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BA0EE-9B81-4861-8DA4-3D2281F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3：env-p 的权限与特权级构造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70884-2BD9-43D6-8D40-3F4B9AB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#6576，部分确认 / 分支相关条目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3B9CD-ACC1-4D4B-B079-FA7463A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9F008-2F74-41F7-AD31-74D31C0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t0, MSTATUS_VS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csrs mstatus,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t0, -1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pmpaddr0,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t0, 0x1c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pmpcfg0,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s2, target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t4, 4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t0, MSTATUS_MPP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csrc mstatus,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t0, umode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csrw mepc,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mret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umode: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vsetivli t0, 4, e32, m1, tu, mu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vlse32.v v3, (s2), t4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02E33-2502-4D3C-8B19-D0FAA52C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NAPOT 覆盖全地址空间，X-only 允许 U 模式取指。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经 mret 降权后 load 触发 access fault，观察 mtval。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3689-93A5-4689-A9CE-1D168F9B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#6576</a:t>
            </a:r>
          </a:p>
        </p:txBody>
      </p:sp>
    </p:spTree>
    <p:extLst>
      <p:ext uri="{BB962C8B-B14F-4D97-AF65-F5344CB8AC3E}">
        <p14:creationId xmlns:p14="http://schemas.microsoft.com/office/powerpoint/2010/main" val="12122220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37FA-363F-4183-8D57-BB69F20F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4：生成器固定运行时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437D8-F4EE-4E8F-A4B6-332AC64B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#5772，初始化、模式切换与跳过 handler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15CF1-11C8-4A1D-A4C7-C353F45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1D81-E3AC-4980-9669-8B24522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trap_vec_init: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x13, other_exp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 0x305, x13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x13, other_exp_s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 0x105, x13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mepc_setup: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x13, init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 0x341, x13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# 省略 init_env 中的 mstatus、PMP、mie 初始化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mret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other_exp: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csrr x13, 0x341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addi x13, x13, 4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 0x341, x13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mret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20353-D0C0-4F61-A3E1-B6E01D7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运行时预装 M/S 态 handler，并通过 mepc 与 mret 进入初始化段。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此 handler 固定将 mepc 增加 4。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A0125-C28F-4CAD-B60D-085CE736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#5772</a:t>
            </a:r>
          </a:p>
        </p:txBody>
      </p:sp>
    </p:spTree>
    <p:extLst>
      <p:ext uri="{BB962C8B-B14F-4D97-AF65-F5344CB8AC3E}">
        <p14:creationId xmlns:p14="http://schemas.microsoft.com/office/powerpoint/2010/main" val="2146015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4D10-5065-432F-BAC2-6DF57E12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 4：寄存器初值与随机指令流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AC10F-2BA2-4F9D-8BEC-522FCFB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#5772，完整附件 vmv4r_illInstr.S 的结构节选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CC9F2-D5BF-45BE-BFA1-30F10A48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0AEFA-3C45-4C76-9F2F-CA251A40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init: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fsrmi 2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x0, 0xdb7d548a56e8beda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fmv.h.x f0, x0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x1, 0x492bf97bfac3d9cc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fmv.w.x f1, x1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# 省略其余寄存器初始化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la t6, mem_region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j main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main: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li x27, 0x600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csrrs x0, mstatus, x27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vsetivli s3, 25, e8, m1,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# 省略随机混合指令流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vmv4r.v v12, v22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08CE5-E9E1-495B-B524-2DABE06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固定骨架承载随机初值和指令流，目标指令夹在序列中。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文档记录 lhb-sec 系列还经过 seed.elf、差分报错与最小化。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F5E31-C082-4F44-8DC8-9720E11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#5772</a:t>
            </a:r>
          </a:p>
        </p:txBody>
      </p:sp>
    </p:spTree>
    <p:extLst>
      <p:ext uri="{BB962C8B-B14F-4D97-AF65-F5344CB8AC3E}">
        <p14:creationId xmlns:p14="http://schemas.microsoft.com/office/powerpoint/2010/main" val="4081570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0B6D3-07E2-4B02-AF04-72B9ACA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模板中的上下文构造机制（1）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15500-A93F-4EFD-8C26-47992924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334000"/>
                <a:gridCol w="27051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机制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文档中的代码 / 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 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前导指令自构造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两次 vsetivli、vmv 哨兵、li + 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 / #5840 / #5933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CSR 定向写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vcsr、vstart、sstatus 精确赋值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内存权限地图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PMP deny、X-only、页表权限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#5766 / #6576 / 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异常链与 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第一次 fault 后恢复，再触发第二次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#6399 / #6482 / 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3957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910F9-0651-469B-9892-B41DB4E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模板中的上下文构造机制（2）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2FDDB-D448-4D35-B3DF-B2B0422A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334000"/>
                <a:gridCol w="27051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机制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文档中的代码 / 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 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指令间时序邻近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vsetvli 或 FOF 后立即 csrr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 / #5766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数据与地址布局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符号位、NaN-box、未对齐、零 stride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 / #5830 / #5933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微架构状态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 压力、队列回绕、提交进度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#6467 / #6015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生成策略来源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符号求解、随机 fuzz、真实 workload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文档机制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8303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A33F-F264-42F0-95BC-0AFFE85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固定模板之外的材料与方式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A7FFC-8C57-47AE-A132-C640748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905250"/>
                <a:gridCol w="40386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文档中的实例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材料特点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 workload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#2890，am-klib 程序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循环跨多次 vsetvli，自然形成上下文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 RTL 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#5768 / #6168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引用译码条件或实现代码，无执行 PoC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维护者内部复现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公开材料只有现象与指令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 fuzz 与最小化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#6015 / #6482 / 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运行时固定，指令流与上下文随机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5727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02D40-8949-4106-8DE5-3CCA953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真实 workload：ASCII 转 UTF-16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48861-1E61-4175-8E2C-C002D452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#2890，历史混合问题 / 部分确认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248E3-B12E-499A-9F2F-FB6EA04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26648-D9E0-41E4-A343-991109D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1: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vsetvli t0, a2, e8, m1,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vle8.v v0, (a1)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vsetvli x0, x0, e16, m2,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vzext.vf2 v8, v0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vse16.v v8, (a0)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add a1, a1,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sub a2, a2,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slli t0, t0, 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add a0, a0, t0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bnez a2, 1b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ret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F3C45-537E-4BDD-904A-6E85B10A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循环读取字节、扩展为 16 位并写回，逐轮推进指针与剩余长度。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文档将其列为真实负载，包含 RTL 修复与环境配置的混合历史。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7B7F1-C088-409B-A2EF-DC6A901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文档代码节选；GitHub Issue #2890</a:t>
            </a:r>
          </a:p>
        </p:txBody>
      </p:sp>
    </p:spTree>
    <p:extLst>
      <p:ext uri="{BB962C8B-B14F-4D97-AF65-F5344CB8AC3E}">
        <p14:creationId xmlns:p14="http://schemas.microsoft.com/office/powerpoint/2010/main" val="19963960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F249-C2A5-48E3-BAD8-6399260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文档归纳的验证方法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1EAE1-159F-48B7-8300-61733DAF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46531-4605-4515-96E8-E450166D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参考执行：Spike 或 NEMU 独立运行，得到参考行为。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9F5F-6B11-48B8-ACCD-6793E58F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差分执行：XiangShan --diff 运行同一 ELF，定位 PC、寄存器或 CSR 分歧。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296E3-0528-42E8-AE30-BB7D5E9A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独立复跑：XiangShan --no-diff，进一步区分 RTL、差分器与参考模型问题。</a:t>
            </a:r>
          </a:p>
        </p:txBody>
      </p:sp>
    </p:spTree>
    <p:extLst>
      <p:ext uri="{BB962C8B-B14F-4D97-AF65-F5344CB8AC3E}">
        <p14:creationId xmlns:p14="http://schemas.microsoft.com/office/powerpoint/2010/main" val="13715171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4935B-7300-4935-9D81-A0743C1F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已确认 RTL 问题的代码分组（1）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96182-19E3-4B65-B9F3-720E9B69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按目标触发代码与观察点归组，共 28 条，含 1 条重复映射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A203A-277A-499D-A89B-59798CA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29125"/>
                <a:gridCol w="38957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共同结构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/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#5739、#6561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配置或状态写入后立即观察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 / 标量扩展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#5829、#5830、#5840、#5928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不同位宽、符号位、完整结果读回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/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先清寄存器，再 load / store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非法编码 /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#5772、#5809、#5865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非法组对齐、vill、vd=v0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合法访存数据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#5831、#5832、#5932、#5933、#5934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mixed-EEW、whole、segment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3290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D4212-8695-4D24-89CA-A16334C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已确认 RTL 问题的代码分组（2）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3209C-6CBE-4CBC-AB9B-76FD4DC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按目标触发代码与观察点归组，共 28 条，含 1 条重复映射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9CC94-3161-4606-B0FB-53A6965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29125"/>
                <a:gridCol w="38957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共同结构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#5766、#5767、#5930、#5931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 fault 或 active 数据比较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异常地址链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#5943、#6399、#6482、#6540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故障地址与连续异常后状态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访存活性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#6015、#6022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未映射地址和提交进度；含重复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流水队列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压力前序、inactive store、回绕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静态实现 / 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#5768、#6168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有实现代码，未提供完整执行 PoC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1388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02874-C340-450E-B739-F4C5D8C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PoC：配置后立即读取 vl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23CFD-3375-4621-9573-7994779C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配置与 CSR 组，原帖 #5739 的最小程序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40376-E97E-48DE-A979-41F1C867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A060E-E215-431E-9C3B-5211B22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t6, 0x600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csrs mstatus, t6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t1, a0, e8,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t2, 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AB180-A2A4-422B-8AC1-44F0857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预期 t1=t2=16，原始故障为 t2=0。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维护者定位 VL bypass 错误并给出修复 PR #5743。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4E83C-653E-46BF-8087-192651C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原帖：github.com/OpenXiangShan/XiangShan/issues/5739</a:t>
            </a:r>
          </a:p>
        </p:txBody>
      </p:sp>
    </p:spTree>
    <p:extLst>
      <p:ext uri="{BB962C8B-B14F-4D97-AF65-F5344CB8AC3E}">
        <p14:creationId xmlns:p14="http://schemas.microsoft.com/office/powerpoint/2010/main" val="19462615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88081-2F56-48BD-9DA3-E0BF6385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PoC：vl=0 时的 VS 状态副作用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E887B-31D5-422B-8910-BDA5C14C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配置与 CSR 组，原帖 #6561 的 failing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5CF16-4B58-45AA-ACE0-E681ACC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EAA44-6FB8-4127-9136-32243B0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main: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csrwi vcsr, 4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csrwi vstart, 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vsetivli zero, 0, e64, m1, tu, 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fmv.x.d s7, fa0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csrrw t2, sstatus, s7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vsseg4e32.v v13, (t6), v0.t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04ECF-1FC1-466F-9EF0-826ACCCE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初值 fa0=0xffffffffbf361d42，使 VS=Clean。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本例 vstart=0、vl=0，观察 VS 是否错误变 Dirty，不能忽略 vstart 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6DD2C-B838-42E4-ACD7-C4E02D2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原帖：github.com/OpenXiangShan/XiangShan/issues/6561</a:t>
            </a:r>
          </a:p>
        </p:txBody>
      </p:sp>
    </p:spTree>
    <p:extLst>
      <p:ext uri="{BB962C8B-B14F-4D97-AF65-F5344CB8AC3E}">
        <p14:creationId xmlns:p14="http://schemas.microsoft.com/office/powerpoint/2010/main" val="9945952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2172E-B51E-47E7-B9BC-D2B2FA69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PoC：窄整数移到标量后的符号扩展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78DE0-3649-4562-96BD-89AF00DB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数据扩展组，原帖 #5829 的 user_code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1501A-50CE-49EF-B131-712A942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670B9-7DBB-4C6D-8F4C-09AA044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2, e64,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 v9,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1, e32,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      x10, data_word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vle32.v  v9, (x10)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vmv.x.s  x15, v9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x16, 0xffffffffe01d7b92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gp, 1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beq      x15, x16, exit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gp,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76938-AAB6-4AD7-9028-441B477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data_word 的值为 0xe01d7b92，预期 x15 为其 XLEN 符号扩展。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省略 VS/FS 初始化、trap handler、退出和数据段，其余扩展类按完整目标结果比较。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4EF8B-FD25-464D-961D-6825BD3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原帖：github.com/OpenXiangShan/XiangShan/issues/5829</a:t>
            </a:r>
          </a:p>
        </p:txBody>
      </p:sp>
    </p:spTree>
    <p:extLst>
      <p:ext uri="{BB962C8B-B14F-4D97-AF65-F5344CB8AC3E}">
        <p14:creationId xmlns:p14="http://schemas.microsoft.com/office/powerpoint/2010/main" val="18446748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83D34-54C6-437B-B8BC-06AF1D7A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PoC：mask load 后完整读回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E9A3-FC22-423C-A551-1CF1073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mask / tail 组，原帖 #5765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C71BD-1635-4818-90DF-CE2BD79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C012-B0D3-4441-B18B-7394BFF8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v0,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a1, mask_data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vlm.v v0, (a1)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a2, out_data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vsm.v v0, (a2)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E546E-DDF2-4C48-A564-E6B6353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mask_data 与 expected_data 均为 .byte 0x80, 0x03。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原程序逐字节比较读回数据，省略初始化、比较循环和 trap handler。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97AEF-779D-47B8-AB2B-605441F6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原帖：github.com/OpenXiangShan/XiangShan/issues/5765</a:t>
            </a:r>
          </a:p>
        </p:txBody>
      </p:sp>
    </p:spTree>
    <p:extLst>
      <p:ext uri="{BB962C8B-B14F-4D97-AF65-F5344CB8AC3E}">
        <p14:creationId xmlns:p14="http://schemas.microsoft.com/office/powerpoint/2010/main" val="20568594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E5014-06C0-4E4B-97D8-139F9F2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PoC：非法 vtype 后执行向量指令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5CAF6-1AAC-4D46-81EC-84FFA9F6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非法编码 / 上下文组，原帖 #5809 的关键序列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89141-02D2-4DD2-835F-E5BF810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7847B-FDB1-4FA8-A87E-30377626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x21, x21, 992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x23, 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x22, vtype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vmv.x.s x21, v16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11469-DBCC-4FEF-8135-4368D865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原日志：vl=0，vtype=0x8000000000000000（vill=1）。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预期 mcause=2、mtval=0x43002ad7。原故障却提交了 x21 写回。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230D1-836E-4168-8340-56C05565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原帖：github.com/OpenXiangShan/XiangShan/issues/5809</a:t>
            </a:r>
          </a:p>
        </p:txBody>
      </p:sp>
    </p:spTree>
    <p:extLst>
      <p:ext uri="{BB962C8B-B14F-4D97-AF65-F5344CB8AC3E}">
        <p14:creationId xmlns:p14="http://schemas.microsoft.com/office/powerpoint/2010/main" val="4181663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756F4-1700-43F5-B434-4FF9FDC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PoC：零 stride 的 segment 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1D27C-B2FD-42E8-A895-D26A323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合法访存数据组，原帖 #5933 的触发指令节选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92E8-7DE0-45FC-8899-37BAA13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C7DF4-D4CD-4D09-998D-C474F85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x9, 0x8fffffb8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x10, 0x3803444b2551a2ae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sd      x10, 16(x9)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x10, 0x1000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sd      x10, 24(x9)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# ... original intervening instructions omitted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x8, 0x8fffffcd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vlsseg3e64.v v18, (x8), x19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AE038-BA20-4CDE-A202-ED5CA1A9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原始触发状态：SEW=64、LMUL=1、x19=0，base 未对齐。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节选保留关键内存写入与目标指令，其余前置代码见原帖，逐 field 比较 active 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DEDF-CB0E-4327-AB2E-B370C41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原帖：github.com/OpenXiangShan/XiangShan/issues/5933</a:t>
            </a:r>
          </a:p>
        </p:txBody>
      </p:sp>
    </p:spTree>
    <p:extLst>
      <p:ext uri="{BB962C8B-B14F-4D97-AF65-F5344CB8AC3E}">
        <p14:creationId xmlns:p14="http://schemas.microsoft.com/office/powerpoint/2010/main" val="150384011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B892D-6301-4714-9A49-0931143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PoC：FOF 后立即读取缩短的 vl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BC7A-F2C5-4D8A-BF57-C43CFCE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FOF 组，原帖 #5766 的 payload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35058-4C51-458E-A646-E5738B0B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A5A20-DA48-43AF-B748-D820F17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t3,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v8,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a1, deny_start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a1, a1, 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vle8ff.v v8, (a1)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t4, 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t0, observed_vl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sw t4, 0(t0)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26566-BA86-4179-9AC4-90496FC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原程序用 PMP 将 deny_start 至 deny_end 设为不可访问。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前 7 字节可访问，第 8 字节 fault：期望读取 vl=7，原报告得到 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4817A-FEB9-4436-8A8D-3A5D68D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原帖：github.com/OpenXiangShan/XiangShan/issues/5766</a:t>
            </a:r>
          </a:p>
        </p:txBody>
      </p:sp>
    </p:spTree>
    <p:extLst>
      <p:ext uri="{BB962C8B-B14F-4D97-AF65-F5344CB8AC3E}">
        <p14:creationId xmlns:p14="http://schemas.microsoft.com/office/powerpoint/2010/main" val="87986276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1FB7C-F742-4C78-B1FA-594FBBD2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PoC：FOF segment 的后元素 fault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9B2B0-CE80-4B0E-82B3-2143AA01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FOF 组，原帖 #5767 的 payload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6D870-B0D7-48A3-87DC-C86E1E52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805D-BC60-45F2-BCFD-BEE5364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t3,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v16, 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v17,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a2, deny_start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a2, a2, -12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vlseg2e8ff.v v16, (a2)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t4, 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4C592-D3AB-40FE-9BCC-D285D287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同样使用 PMP deny 区，nf=2，每元素占 2 字节，故障落在后续元素。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原报告触发内部 critical error，期望按 FOF 语义处理。省略 PMP 初始化和 handler。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30B0A-F51B-4760-9115-7E79335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原帖：github.com/OpenXiangShan/XiangShan/issues/5767</a:t>
            </a:r>
          </a:p>
        </p:txBody>
      </p:sp>
    </p:spTree>
    <p:extLst>
      <p:ext uri="{BB962C8B-B14F-4D97-AF65-F5344CB8AC3E}">
        <p14:creationId xmlns:p14="http://schemas.microsoft.com/office/powerpoint/2010/main" val="155200854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70F64-D55A-4410-AE69-15142C0F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PoC：向量异常后的标量异常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31058-2EE5-4079-AAA1-6F6EFD3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连续异常 / fault 地址组，原帖 #6399 的关键序列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6B042-434F-4176-A6C4-F8D2B6E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738E8-06CF-4057-AA1C-314C77C3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4, e32,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vsse32.v v11, (t4), s1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a5, 0x0000020000000000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t2, 0x917af882bf50788e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srl t6, t2, a5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sb sp, -1918(t6)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46697-5C72-4F11-8F20-3B0DB21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向量 store 与后续标量 store 依次触发 access fault。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原程序通过 handler 恢复执行，检查第二次 mtval 为本次地址，不能残留第一次地址。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A01B-FE31-4F9F-AF89-9114984D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原帖：github.com/OpenXiangShan/XiangShan/issues/6399</a:t>
            </a:r>
          </a:p>
        </p:txBody>
      </p:sp>
    </p:spTree>
    <p:extLst>
      <p:ext uri="{BB962C8B-B14F-4D97-AF65-F5344CB8AC3E}">
        <p14:creationId xmlns:p14="http://schemas.microsoft.com/office/powerpoint/2010/main" val="59381928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8296-D5E6-4934-A291-237C753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PoC：未映射地址上的 indexed load 挂死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AE85B-1674-4145-B947-1F294DE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访存活性组，原帖 #6015 的反汇编摘录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A6234-81E1-41E6-B039-B8FAA75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A3211-9BCC-4EA0-9A69-FAA5C7D0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80001234:  fcvt.d.l    fa7, a7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80001238:  sha256sum0  s7, a7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8000123c:  aes64ds     sp, s6, s7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80001240:  vluxei32.v  v25, (a1), v17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80001244:  aes64ks2    s4, s4, a4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DD169-068D-45DC-992E-22660C2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a1=0x4ff0b1eb，VL=4，SEW=32，LMUL=1，各索引地址落入未映射区域。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观察异常与提交进度，原报告有 15000 周期无提交。附件提供 ELF，不是汇编源码。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E3928-8058-4474-8290-0D98DAE2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原帖：github.com/OpenXiangShan/XiangShan/issues/6015</a:t>
            </a:r>
          </a:p>
        </p:txBody>
      </p:sp>
    </p:spTree>
    <p:extLst>
      <p:ext uri="{BB962C8B-B14F-4D97-AF65-F5344CB8AC3E}">
        <p14:creationId xmlns:p14="http://schemas.microsoft.com/office/powerpoint/2010/main" val="15859881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E1460-8F9B-4105-8838-798D0BF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流水队列 PoC：必须保留压力前序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C5238-159F-44BF-B145-1AF384F8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871A6-1EA6-4BB2-A206-11C1DF9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#6467 原帖故障指令：vse16.v v10, (t1)，t1=0x80060050。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9CC9F-057A-4D2C-83C4-F5768E53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触发依赖：队列接近回绕、已提交 inactive 项、dataQueue 非空。单独一条 store 不能代表完整复现程序。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BE264-40F2-45C7-851B-BD2934A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原始观察：deqPtr 超过 rdataPtr 的 assertion；禁用 assertion 后出现 store commit 地址 / mask 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1A266-4433-4DB3-9E38-82DF3CA6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维护者确认 deqPtr 更新问题，并说明非对称门控本身是设计选择。附件列出源码与反汇编，此次下载未成功。</a:t>
            </a:r>
          </a:p>
        </p:txBody>
      </p:sp>
    </p:spTree>
    <p:extLst>
      <p:ext uri="{BB962C8B-B14F-4D97-AF65-F5344CB8AC3E}">
        <p14:creationId xmlns:p14="http://schemas.microsoft.com/office/powerpoint/2010/main" val="16049206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9DA49-3D64-44E8-97C8-C1A02A2F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静态代码证据：FOF 的 watchpoint 丢失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92F41-0740-4E8A-B19C-4028A13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#6168，维护者确认 known issue；原帖不是完成的汇编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8F0B3-ACF1-42C1-9C5F-3322488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95113-2353-41C5-B4A6-06B21AE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when(!entry.fof || vstart === 0.U){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entry.vstart       := vstart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entry.exceptionVec := selExceptionVec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entry.uop.trigger  := selPort.trigger   // trigger only saved here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entry.vaddr        := vaddr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...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}.otherwise{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entry.vl           := Mux(entry.vl &lt; vstart, entry.vl, vstart)  // trigger lost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D9815-10FD-4EA4-8E5E-4D0E2ABF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后元素 FOF 进入 otherwise 分支，仅更新 vl，原报告指出 trigger 未保存。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#5768 同样以 frm 检查的实现条件为证据，二者需要另建执行级测试。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7A365-D02F-487C-9AE6-5508B34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原帖：github.com/OpenXiangShan/XiangShan/issues/6168</a:t>
            </a:r>
          </a:p>
        </p:txBody>
      </p:sp>
    </p:spTree>
    <p:extLst>
      <p:ext uri="{BB962C8B-B14F-4D97-AF65-F5344CB8AC3E}">
        <p14:creationId xmlns:p14="http://schemas.microsoft.com/office/powerpoint/2010/main" val="7077648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BDA2E-8691-4D8C-860D-041A0CFB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性能代码单列：LMUL=2 的吞吐测试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3FDF9-C7BC-41EB-B2ED-EAD8E6F0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#4190 原帖 bench_vaddvv_m2 节选，UNROLL=8，LOOP=64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496B6-CD48-4B74-A0B6-861DF420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22D24-C57A-41EC-BEF8-B39A771D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x0, e32, m2,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LOOP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a1, cycle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1: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.rept UNROLL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v8,v16,v24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v10,v18,v26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v12,v20,v28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v14,v22,v30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.endr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a0, a0, -1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bnez a0, 1b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fence.i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a0, cycle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sub a0, a0, a1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ABD2D-0F8E-45D5-B739-EDD4494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观察 cycle 差值。维护者确认不必要的 vd 依赖并给出 PR #4198，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LMUL=1 的每周期解码限制则是另一项设计取舍。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35F12-BFDF-48FD-BC77-1E7EAE33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原帖：github.com/OpenXiangShan/XiangShan/issues/4190</a:t>
            </a:r>
          </a:p>
        </p:txBody>
      </p:sp>
    </p:spTree>
    <p:extLst>
      <p:ext uri="{BB962C8B-B14F-4D97-AF65-F5344CB8AC3E}">
        <p14:creationId xmlns:p14="http://schemas.microsoft.com/office/powerpoint/2010/main" val="11702832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21966-6937-446F-B23F-88A626C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 可用性与解释边界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14AF3-0A13-4B98-895A-F347405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C0BC-384B-43C1-8057-FEF0415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完整源码、关键指令节选、反汇编和实现代码分别标注，不能视作同一种证据。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21E5A-1853-4FD4-AFC1-322B4B7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#5772 附件包含 .S 源码；#6015 附件仅有 1 个 ELF；#6482 附件含 98 个 ELF。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0A80D-56D7-4E20-849C-F1F8A02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#5768 / #6168 只有实现级证据或未完成执行 PoC；#6467 的压力程序附件本次未成功下载。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BB1A6-9BBD-4933-BE7B-6C72E0D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#2890 混合历史 RTL 修复、nexus-am 与配置问题；#6576 有 v2 修复线索和 v3 移植计划，均不整帖计入严格确认 RTL 数。</a:t>
            </a:r>
          </a:p>
        </p:txBody>
      </p:sp>
    </p:spTree>
    <p:extLst>
      <p:ext uri="{BB962C8B-B14F-4D97-AF65-F5344CB8AC3E}">
        <p14:creationId xmlns:p14="http://schemas.microsoft.com/office/powerpoint/2010/main" val="55994268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CA46C-1662-49CB-A2AA-02E270FF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 建议：围绕触发条件做变异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FF9C6-3E8D-4460-919A-9B5F8AF0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以下是基于真实 PoC 的测试设计建议，不是已完成的实验结果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E47C0-8A0D-431E-A8B0-C9485B4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2E81-880C-49BC-B8E9-865D3AE6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先保留原始 PoC 的分支、commit、初值、内存布局与 oracle，建立能够稳定运行的基线。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73CD8-8751-45C6-8F33-3D87BBC8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每次改变一个关键维度，并加入相邻合法或无故障对照，再做有约束的组合覆盖。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F0E88-C086-4AF3-9DD6-819C9759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保留预期非法和内存异常样本，不能只回放 Retire_Success。目标指令后增加 CSR、寄存器或内存观察。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43377-18EE-4A91-B403-D577F6AD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每个变体关联原 Issue；输入不同不等于新的根因。性能、参考模型和 RTL 结果分别统计。</a:t>
            </a:r>
          </a:p>
        </p:txBody>
      </p:sp>
    </p:spTree>
    <p:extLst>
      <p:ext uri="{BB962C8B-B14F-4D97-AF65-F5344CB8AC3E}">
        <p14:creationId xmlns:p14="http://schemas.microsoft.com/office/powerpoint/2010/main" val="65457356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CF12D-EF48-47A5-8DC3-88F9544E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Mutation：CSR、数据与合法性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2E00-1FBA-4F02-B21C-CDBB0B5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714750"/>
                <a:gridCol w="48958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优先变异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必须保持与观察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/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AVL、SEW、LMUL；CSR 相邻距离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保持可执行配置，比较返回 rd 与新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 状态副作用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vl=0/1；vstart=0/非0；Clean/Dirty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区分是否改变向量状态，再判断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数据扩展 / NaN-box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SEW、符号边界、扩展倍率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完整标量 / 向量读回，高位必须检查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/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 边界、位图、tu/ta、mu/ma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先写唯一哨兵，期望遵循具体策略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非法编码 /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vill、组对齐、reserved 字段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修改字段时保留其他前提，检查 trap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31270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04C8-3DEA-496E-A744-23FD0EF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Mutation：内存、异常与活性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7171-44E9-4501-948B-3D4E299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905250"/>
                <a:gridCol w="47053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优先变异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Oracle / 对照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合法 load / 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stride=0/非0，nf、EEW、base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lane / field 唯一数据，完整读回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fault 位于首/后元素；PMP 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vl、部分结果、异常种类，无故障对照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 A/B、load/store 方向、特权级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mtval/stval 应属于本次 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队列 /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cache-line 压力、inactive 项、回绕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提交进度、assertion、commit 地址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调试 /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watchpoint 与 FOF；依赖与 LMUL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调试事件独立监测，性能单列 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92726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DC5D-8DF1-4D6A-8D0E-CE4BDF7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618BA-9DA5-4D4A-83FE-8ED974DC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29DB-AB94-49FE-BF3D-87C85D4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第一阶段：使用已有真实源码，补齐 CSR、标量扩展、mask、非法指令的明确 oracle。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9658F-80F8-4021-A64B-9C1C9843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第二阶段：搭建可控内存与 trap handler，按 FOF、segment、连续 fault 的原始结构扩展。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878BF-C309-41FE-BC3A-E410EFA6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第三阶段：保留压力序列与提交日志，覆盖队列回绕、挂死及调试触发器，性能使用独立预算。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DD781-86B2-4A2F-896A-E3F1F6D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每次输出记录关联 Issue、原始 PoC、变异参数和完整初值，附预期/实际结果及最小化程序。</a:t>
            </a:r>
          </a:p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确认问题与变体分别计数。</a:t>
            </a:r>
          </a:p>
        </p:txBody>
      </p:sp>
    </p:spTree>
    <p:extLst>
      <p:ext uri="{BB962C8B-B14F-4D97-AF65-F5344CB8AC3E}">
        <p14:creationId xmlns:p14="http://schemas.microsoft.com/office/powerpoint/2010/main" val="926864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2026-09-17T17:19:52.2660000Z</dcterms:created>
  <dcterms:modified xsi:type="dcterms:W3CDTF">2026-09-17T17:19:52.2660000Z</dcterms:modified>
</coreProperties>
</file>