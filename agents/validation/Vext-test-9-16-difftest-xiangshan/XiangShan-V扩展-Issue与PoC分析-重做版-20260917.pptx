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9a3eadaf0d4e7b" /><Relationship Type="http://schemas.openxmlformats.org/officeDocument/2006/relationships/extended-properties" Target="/docProps/app.xml" Id="Rdeee3f3969aa4bde" /><Relationship Type="http://schemas.openxmlformats.org/officeDocument/2006/relationships/officeDocument" Target="/ppt/presentation.xml" Id="R57d0f5bf48224e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a66cd6be4a4be2"/>
  </p:sldMasterIdLst>
  <p:notesMasterIdLst>
    <p:notesMasterId xmlns:r="http://schemas.openxmlformats.org/officeDocument/2006/relationships" r:id="Rfb1956b41b364e7e"/>
  </p:notesMasterIdLst>
  <p:sldIdLst>
    <p:sldId xmlns:r="http://schemas.openxmlformats.org/officeDocument/2006/relationships" id="256" r:id="R6e7ff972985c4bbe"/>
    <p:sldId xmlns:r="http://schemas.openxmlformats.org/officeDocument/2006/relationships" id="257" r:id="R4b45bdd34e084670"/>
    <p:sldId xmlns:r="http://schemas.openxmlformats.org/officeDocument/2006/relationships" id="258" r:id="R9a54f00e8847478a"/>
    <p:sldId xmlns:r="http://schemas.openxmlformats.org/officeDocument/2006/relationships" id="259" r:id="Rbb44af6a86744aa5"/>
    <p:sldId xmlns:r="http://schemas.openxmlformats.org/officeDocument/2006/relationships" id="260" r:id="Rbf0e93b95dc14d5b"/>
    <p:sldId xmlns:r="http://schemas.openxmlformats.org/officeDocument/2006/relationships" id="261" r:id="R782fcfaf27a64319"/>
    <p:sldId xmlns:r="http://schemas.openxmlformats.org/officeDocument/2006/relationships" id="262" r:id="Rb81eea5892324512"/>
    <p:sldId xmlns:r="http://schemas.openxmlformats.org/officeDocument/2006/relationships" id="263" r:id="R4c756cd051b54846"/>
    <p:sldId xmlns:r="http://schemas.openxmlformats.org/officeDocument/2006/relationships" id="264" r:id="Rb1f3add4a12a419b"/>
    <p:sldId xmlns:r="http://schemas.openxmlformats.org/officeDocument/2006/relationships" id="265" r:id="R93da524ad1944b83"/>
    <p:sldId xmlns:r="http://schemas.openxmlformats.org/officeDocument/2006/relationships" id="266" r:id="Rdf8f386378de4768"/>
    <p:sldId xmlns:r="http://schemas.openxmlformats.org/officeDocument/2006/relationships" id="267" r:id="R0df2d6d8695f441b"/>
    <p:sldId xmlns:r="http://schemas.openxmlformats.org/officeDocument/2006/relationships" id="268" r:id="R3b4dd45d44a34346"/>
    <p:sldId xmlns:r="http://schemas.openxmlformats.org/officeDocument/2006/relationships" id="269" r:id="R88d0140ccdeb4f0e"/>
    <p:sldId xmlns:r="http://schemas.openxmlformats.org/officeDocument/2006/relationships" id="270" r:id="Rd77c2ec17b9d4b91"/>
    <p:sldId xmlns:r="http://schemas.openxmlformats.org/officeDocument/2006/relationships" id="271" r:id="R253dfc53bca740a8"/>
    <p:sldId xmlns:r="http://schemas.openxmlformats.org/officeDocument/2006/relationships" id="272" r:id="R823545a2471a49f4"/>
    <p:sldId xmlns:r="http://schemas.openxmlformats.org/officeDocument/2006/relationships" id="273" r:id="Re40d4a13cc284006"/>
    <p:sldId xmlns:r="http://schemas.openxmlformats.org/officeDocument/2006/relationships" id="274" r:id="Rae88620f1d364bdb"/>
    <p:sldId xmlns:r="http://schemas.openxmlformats.org/officeDocument/2006/relationships" id="275" r:id="R55b643a163194003"/>
    <p:sldId xmlns:r="http://schemas.openxmlformats.org/officeDocument/2006/relationships" id="276" r:id="Rfabb3626bc51457b"/>
    <p:sldId xmlns:r="http://schemas.openxmlformats.org/officeDocument/2006/relationships" id="277" r:id="Ra15bb27298b84a97"/>
    <p:sldId xmlns:r="http://schemas.openxmlformats.org/officeDocument/2006/relationships" id="278" r:id="R56e6920a7d444d41"/>
    <p:sldId xmlns:r="http://schemas.openxmlformats.org/officeDocument/2006/relationships" id="279" r:id="Rd2fe64c1111543e4"/>
    <p:sldId xmlns:r="http://schemas.openxmlformats.org/officeDocument/2006/relationships" id="280" r:id="R357a524d72ab4a22"/>
    <p:sldId xmlns:r="http://schemas.openxmlformats.org/officeDocument/2006/relationships" id="281" r:id="R0f35f2ba8eae4bc0"/>
    <p:sldId xmlns:r="http://schemas.openxmlformats.org/officeDocument/2006/relationships" id="282" r:id="Reeb638526c6f4253"/>
    <p:sldId xmlns:r="http://schemas.openxmlformats.org/officeDocument/2006/relationships" id="283" r:id="Ra9e575b69f8543de"/>
    <p:sldId xmlns:r="http://schemas.openxmlformats.org/officeDocument/2006/relationships" id="284" r:id="Rae82cc550f8b420f"/>
    <p:sldId xmlns:r="http://schemas.openxmlformats.org/officeDocument/2006/relationships" id="285" r:id="R258fa6e321074cf7"/>
    <p:sldId xmlns:r="http://schemas.openxmlformats.org/officeDocument/2006/relationships" id="286" r:id="R1f478f17cf2a4ca1"/>
    <p:sldId xmlns:r="http://schemas.openxmlformats.org/officeDocument/2006/relationships" id="287" r:id="R6444aa8ad05348bc"/>
    <p:sldId xmlns:r="http://schemas.openxmlformats.org/officeDocument/2006/relationships" id="288" r:id="R673661752d6546cf"/>
    <p:sldId xmlns:r="http://schemas.openxmlformats.org/officeDocument/2006/relationships" id="289" r:id="Rf57a32d6830f411a"/>
    <p:sldId xmlns:r="http://schemas.openxmlformats.org/officeDocument/2006/relationships" id="290" r:id="Rb212e4adc8274959"/>
    <p:sldId xmlns:r="http://schemas.openxmlformats.org/officeDocument/2006/relationships" id="291" r:id="Re9d2cfe029ce4b82"/>
    <p:sldId xmlns:r="http://schemas.openxmlformats.org/officeDocument/2006/relationships" id="292" r:id="Rc9c66efc98964471"/>
    <p:sldId xmlns:r="http://schemas.openxmlformats.org/officeDocument/2006/relationships" id="293" r:id="R7bfacf95b1894639"/>
    <p:sldId xmlns:r="http://schemas.openxmlformats.org/officeDocument/2006/relationships" id="294" r:id="R7f3fdb8f1c1b4b2a"/>
    <p:sldId xmlns:r="http://schemas.openxmlformats.org/officeDocument/2006/relationships" id="295" r:id="R19f56dbb8a0e4d90"/>
    <p:sldId xmlns:r="http://schemas.openxmlformats.org/officeDocument/2006/relationships" id="296" r:id="Ra7cd4303a8d7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0575992947493c" /><Relationship Type="http://schemas.openxmlformats.org/officeDocument/2006/relationships/slideMaster" Target="/ppt/slideMasters/slideMaster1.xml" Id="Rdda66cd6be4a4be2" /><Relationship Type="http://schemas.openxmlformats.org/officeDocument/2006/relationships/notesMaster" Target="/ppt/notesMasters/notesMaster1.xml" Id="Rfb1956b41b364e7e" /><Relationship Type="http://schemas.openxmlformats.org/officeDocument/2006/relationships/presProps" Target="/ppt/presProps.xml" Id="R38660f679b604846" /><Relationship Type="http://schemas.openxmlformats.org/officeDocument/2006/relationships/tableStyles" Target="/ppt/tableStyles.xml" Id="Rf3b7a2c76f944ce9" /><Relationship Type="http://schemas.openxmlformats.org/officeDocument/2006/relationships/slide" Target="/ppt/slides/slide1.xml" Id="R6e7ff972985c4bbe" /><Relationship Type="http://schemas.openxmlformats.org/officeDocument/2006/relationships/slide" Target="/ppt/slides/slide2.xml" Id="R4b45bdd34e084670" /><Relationship Type="http://schemas.openxmlformats.org/officeDocument/2006/relationships/slide" Target="/ppt/slides/slide3.xml" Id="R9a54f00e8847478a" /><Relationship Type="http://schemas.openxmlformats.org/officeDocument/2006/relationships/slide" Target="/ppt/slides/slide4.xml" Id="Rbb44af6a86744aa5" /><Relationship Type="http://schemas.openxmlformats.org/officeDocument/2006/relationships/slide" Target="/ppt/slides/slide5.xml" Id="Rbf0e93b95dc14d5b" /><Relationship Type="http://schemas.openxmlformats.org/officeDocument/2006/relationships/slide" Target="/ppt/slides/slide6.xml" Id="R782fcfaf27a64319" /><Relationship Type="http://schemas.openxmlformats.org/officeDocument/2006/relationships/slide" Target="/ppt/slides/slide7.xml" Id="Rb81eea5892324512" /><Relationship Type="http://schemas.openxmlformats.org/officeDocument/2006/relationships/slide" Target="/ppt/slides/slide8.xml" Id="R4c756cd051b54846" /><Relationship Type="http://schemas.openxmlformats.org/officeDocument/2006/relationships/slide" Target="/ppt/slides/slide9.xml" Id="Rb1f3add4a12a419b" /><Relationship Type="http://schemas.openxmlformats.org/officeDocument/2006/relationships/slide" Target="/ppt/slides/slide10.xml" Id="R93da524ad1944b83" /><Relationship Type="http://schemas.openxmlformats.org/officeDocument/2006/relationships/slide" Target="/ppt/slides/slide11.xml" Id="Rdf8f386378de4768" /><Relationship Type="http://schemas.openxmlformats.org/officeDocument/2006/relationships/slide" Target="/ppt/slides/slide12.xml" Id="R0df2d6d8695f441b" /><Relationship Type="http://schemas.openxmlformats.org/officeDocument/2006/relationships/slide" Target="/ppt/slides/slide13.xml" Id="R3b4dd45d44a34346" /><Relationship Type="http://schemas.openxmlformats.org/officeDocument/2006/relationships/slide" Target="/ppt/slides/slide14.xml" Id="R88d0140ccdeb4f0e" /><Relationship Type="http://schemas.openxmlformats.org/officeDocument/2006/relationships/slide" Target="/ppt/slides/slide15.xml" Id="Rd77c2ec17b9d4b91" /><Relationship Type="http://schemas.openxmlformats.org/officeDocument/2006/relationships/slide" Target="/ppt/slides/slide16.xml" Id="R253dfc53bca740a8" /><Relationship Type="http://schemas.openxmlformats.org/officeDocument/2006/relationships/slide" Target="/ppt/slides/slide17.xml" Id="R823545a2471a49f4" /><Relationship Type="http://schemas.openxmlformats.org/officeDocument/2006/relationships/slide" Target="/ppt/slides/slide18.xml" Id="Re40d4a13cc284006" /><Relationship Type="http://schemas.openxmlformats.org/officeDocument/2006/relationships/slide" Target="/ppt/slides/slide19.xml" Id="Rae88620f1d364bdb" /><Relationship Type="http://schemas.openxmlformats.org/officeDocument/2006/relationships/slide" Target="/ppt/slides/slide20.xml" Id="R55b643a163194003" /><Relationship Type="http://schemas.openxmlformats.org/officeDocument/2006/relationships/slide" Target="/ppt/slides/slide21.xml" Id="Rfabb3626bc51457b" /><Relationship Type="http://schemas.openxmlformats.org/officeDocument/2006/relationships/slide" Target="/ppt/slides/slide22.xml" Id="Ra15bb27298b84a97" /><Relationship Type="http://schemas.openxmlformats.org/officeDocument/2006/relationships/slide" Target="/ppt/slides/slide23.xml" Id="R56e6920a7d444d41" /><Relationship Type="http://schemas.openxmlformats.org/officeDocument/2006/relationships/slide" Target="/ppt/slides/slide24.xml" Id="Rd2fe64c1111543e4" /><Relationship Type="http://schemas.openxmlformats.org/officeDocument/2006/relationships/slide" Target="/ppt/slides/slide25.xml" Id="R357a524d72ab4a22" /><Relationship Type="http://schemas.openxmlformats.org/officeDocument/2006/relationships/slide" Target="/ppt/slides/slide26.xml" Id="R0f35f2ba8eae4bc0" /><Relationship Type="http://schemas.openxmlformats.org/officeDocument/2006/relationships/slide" Target="/ppt/slides/slide27.xml" Id="Reeb638526c6f4253" /><Relationship Type="http://schemas.openxmlformats.org/officeDocument/2006/relationships/slide" Target="/ppt/slides/slide28.xml" Id="Ra9e575b69f8543de" /><Relationship Type="http://schemas.openxmlformats.org/officeDocument/2006/relationships/slide" Target="/ppt/slides/slide29.xml" Id="Rae82cc550f8b420f" /><Relationship Type="http://schemas.openxmlformats.org/officeDocument/2006/relationships/slide" Target="/ppt/slides/slide30.xml" Id="R258fa6e321074cf7" /><Relationship Type="http://schemas.openxmlformats.org/officeDocument/2006/relationships/slide" Target="/ppt/slides/slide31.xml" Id="R1f478f17cf2a4ca1" /><Relationship Type="http://schemas.openxmlformats.org/officeDocument/2006/relationships/slide" Target="/ppt/slides/slide32.xml" Id="R6444aa8ad05348bc" /><Relationship Type="http://schemas.openxmlformats.org/officeDocument/2006/relationships/slide" Target="/ppt/slides/slide33.xml" Id="R673661752d6546cf" /><Relationship Type="http://schemas.openxmlformats.org/officeDocument/2006/relationships/slide" Target="/ppt/slides/slide34.xml" Id="Rf57a32d6830f411a" /><Relationship Type="http://schemas.openxmlformats.org/officeDocument/2006/relationships/slide" Target="/ppt/slides/slide35.xml" Id="Rb212e4adc8274959" /><Relationship Type="http://schemas.openxmlformats.org/officeDocument/2006/relationships/slide" Target="/ppt/slides/slide36.xml" Id="Re9d2cfe029ce4b82" /><Relationship Type="http://schemas.openxmlformats.org/officeDocument/2006/relationships/slide" Target="/ppt/slides/slide37.xml" Id="Rc9c66efc98964471" /><Relationship Type="http://schemas.openxmlformats.org/officeDocument/2006/relationships/slide" Target="/ppt/slides/slide38.xml" Id="R7bfacf95b1894639" /><Relationship Type="http://schemas.openxmlformats.org/officeDocument/2006/relationships/slide" Target="/ppt/slides/slide39.xml" Id="R7f3fdb8f1c1b4b2a" /><Relationship Type="http://schemas.openxmlformats.org/officeDocument/2006/relationships/slide" Target="/ppt/slides/slide40.xml" Id="R19f56dbb8a0e4d90" /><Relationship Type="http://schemas.openxmlformats.org/officeDocument/2006/relationships/slide" Target="/ppt/slides/slide41.xml" Id="Ra7cd4303a8d7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01f30c180442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82f9e3331044e9" /><Relationship Type="http://schemas.openxmlformats.org/officeDocument/2006/relationships/notesMaster" Target="/ppt/notesMasters/notesMaster1.xml" Id="Rb38a1ee7c8e242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c7b39c6fe6450e" /><Relationship Type="http://schemas.openxmlformats.org/officeDocument/2006/relationships/notesMaster" Target="/ppt/notesMasters/notesMaster1.xml" Id="R4d512d21bf7949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3f83f2d6934bfa" /><Relationship Type="http://schemas.openxmlformats.org/officeDocument/2006/relationships/notesMaster" Target="/ppt/notesMasters/notesMaster1.xml" Id="R9630ba150c874e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e0e760b9b64359" /><Relationship Type="http://schemas.openxmlformats.org/officeDocument/2006/relationships/notesMaster" Target="/ppt/notesMasters/notesMaster1.xml" Id="R29a91a40cfbf43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b95df06b9d4a10" /><Relationship Type="http://schemas.openxmlformats.org/officeDocument/2006/relationships/notesMaster" Target="/ppt/notesMasters/notesMaster1.xml" Id="Rfca9ec4ea63146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ea0703554a4869" /><Relationship Type="http://schemas.openxmlformats.org/officeDocument/2006/relationships/notesMaster" Target="/ppt/notesMasters/notesMaster1.xml" Id="Rd904eabb362344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7df8281ccc4534" /><Relationship Type="http://schemas.openxmlformats.org/officeDocument/2006/relationships/notesMaster" Target="/ppt/notesMasters/notesMaster1.xml" Id="Rb084913ef5c64b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7b6b799f714971" /><Relationship Type="http://schemas.openxmlformats.org/officeDocument/2006/relationships/notesMaster" Target="/ppt/notesMasters/notesMaster1.xml" Id="Rf3911d09d29c4e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c5eed0e6f24c3e" /><Relationship Type="http://schemas.openxmlformats.org/officeDocument/2006/relationships/notesMaster" Target="/ppt/notesMasters/notesMaster1.xml" Id="R1a2242cdff3b4e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d7b615c03b44ae" /><Relationship Type="http://schemas.openxmlformats.org/officeDocument/2006/relationships/notesMaster" Target="/ppt/notesMasters/notesMaster1.xml" Id="R9d8c72f752ae43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aa51076881454a" /><Relationship Type="http://schemas.openxmlformats.org/officeDocument/2006/relationships/notesMaster" Target="/ppt/notesMasters/notesMaster1.xml" Id="Rd571fc07d9134b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94e16e38b8474d" /><Relationship Type="http://schemas.openxmlformats.org/officeDocument/2006/relationships/notesMaster" Target="/ppt/notesMasters/notesMaster1.xml" Id="Rb6d2ab82661a44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9a5068a85a4f81" /><Relationship Type="http://schemas.openxmlformats.org/officeDocument/2006/relationships/notesMaster" Target="/ppt/notesMasters/notesMaster1.xml" Id="R06a92f7cd1064c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5957da60dd494e" /><Relationship Type="http://schemas.openxmlformats.org/officeDocument/2006/relationships/notesMaster" Target="/ppt/notesMasters/notesMaster1.xml" Id="Rb572da41c98248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6ee92adb644772" /><Relationship Type="http://schemas.openxmlformats.org/officeDocument/2006/relationships/notesMaster" Target="/ppt/notesMasters/notesMaster1.xml" Id="R6d82c88a67c340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1f1e4779b54c5b" /><Relationship Type="http://schemas.openxmlformats.org/officeDocument/2006/relationships/notesMaster" Target="/ppt/notesMasters/notesMaster1.xml" Id="R1bff3382765048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156e09f26b4977" /><Relationship Type="http://schemas.openxmlformats.org/officeDocument/2006/relationships/notesMaster" Target="/ppt/notesMasters/notesMaster1.xml" Id="Rf0b36c30c43e46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56c58bb2594625" /><Relationship Type="http://schemas.openxmlformats.org/officeDocument/2006/relationships/notesMaster" Target="/ppt/notesMasters/notesMaster1.xml" Id="Rb4a3b6619e024cf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fe08595662439d" /><Relationship Type="http://schemas.openxmlformats.org/officeDocument/2006/relationships/notesMaster" Target="/ppt/notesMasters/notesMaster1.xml" Id="Ra135852dd12944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17f68d005c4ff9" /><Relationship Type="http://schemas.openxmlformats.org/officeDocument/2006/relationships/notesMaster" Target="/ppt/notesMasters/notesMaster1.xml" Id="Rd9fe7ee4307c47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43d41bee4e43f7" /><Relationship Type="http://schemas.openxmlformats.org/officeDocument/2006/relationships/notesMaster" Target="/ppt/notesMasters/notesMaster1.xml" Id="R0a9d7f721e7c4b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750782229f4d82" /><Relationship Type="http://schemas.openxmlformats.org/officeDocument/2006/relationships/notesMaster" Target="/ppt/notesMasters/notesMaster1.xml" Id="Rb965596e752e43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848b1eeb5e4f67" /><Relationship Type="http://schemas.openxmlformats.org/officeDocument/2006/relationships/notesMaster" Target="/ppt/notesMasters/notesMaster1.xml" Id="Ra57e88bca22642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f556bad95c46ce" /><Relationship Type="http://schemas.openxmlformats.org/officeDocument/2006/relationships/notesMaster" Target="/ppt/notesMasters/notesMaster1.xml" Id="R864d9c9f086248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d5a112cfea446f" /><Relationship Type="http://schemas.openxmlformats.org/officeDocument/2006/relationships/notesMaster" Target="/ppt/notesMasters/notesMaster1.xml" Id="R7ad3d4500f0c437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b130bd596f42ab" /><Relationship Type="http://schemas.openxmlformats.org/officeDocument/2006/relationships/notesMaster" Target="/ppt/notesMasters/notesMaster1.xml" Id="R4814c4c873f848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6524df495e4899" /><Relationship Type="http://schemas.openxmlformats.org/officeDocument/2006/relationships/notesMaster" Target="/ppt/notesMasters/notesMaster1.xml" Id="R7cfd4a85123e4b9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4c0f4df4644ac2" /><Relationship Type="http://schemas.openxmlformats.org/officeDocument/2006/relationships/notesMaster" Target="/ppt/notesMasters/notesMaster1.xml" Id="R312fce39ecbb4f2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f4d45beec7f4298" /><Relationship Type="http://schemas.openxmlformats.org/officeDocument/2006/relationships/notesMaster" Target="/ppt/notesMasters/notesMaster1.xml" Id="Rb0e6cfbfd53e402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41907e237cd4908" /><Relationship Type="http://schemas.openxmlformats.org/officeDocument/2006/relationships/notesMaster" Target="/ppt/notesMasters/notesMaster1.xml" Id="R3bce90373057483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febb8dbbec04e1d" /><Relationship Type="http://schemas.openxmlformats.org/officeDocument/2006/relationships/notesMaster" Target="/ppt/notesMasters/notesMaster1.xml" Id="Rb5750f13138547b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ec9bb926e3f421a" /><Relationship Type="http://schemas.openxmlformats.org/officeDocument/2006/relationships/notesMaster" Target="/ppt/notesMasters/notesMaster1.xml" Id="R4c779593958f42f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cc2f4fd899241ab" /><Relationship Type="http://schemas.openxmlformats.org/officeDocument/2006/relationships/notesMaster" Target="/ppt/notesMasters/notesMaster1.xml" Id="R76baf6ccd9ec403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20d0788736349eb" /><Relationship Type="http://schemas.openxmlformats.org/officeDocument/2006/relationships/notesMaster" Target="/ppt/notesMasters/notesMaster1.xml" Id="R9980e3b8e53447b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c47795020e441bc" /><Relationship Type="http://schemas.openxmlformats.org/officeDocument/2006/relationships/notesMaster" Target="/ppt/notesMasters/notesMaster1.xml" Id="R78930accee994c0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6760e35e3704bdd" /><Relationship Type="http://schemas.openxmlformats.org/officeDocument/2006/relationships/notesMaster" Target="/ppt/notesMasters/notesMaster1.xml" Id="R9c942a64a5344a4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8d4435f25124b8c" /><Relationship Type="http://schemas.openxmlformats.org/officeDocument/2006/relationships/notesMaster" Target="/ppt/notesMasters/notesMaster1.xml" Id="Rb3e40c41f7bb41e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d78e0fd325c4b9a" /><Relationship Type="http://schemas.openxmlformats.org/officeDocument/2006/relationships/notesMaster" Target="/ppt/notesMasters/notesMaster1.xml" Id="Rb3e662280ee442e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c89246f2727418d" /><Relationship Type="http://schemas.openxmlformats.org/officeDocument/2006/relationships/notesMaster" Target="/ppt/notesMasters/notesMaster1.xml" Id="R15ab7c3271f940b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6e657f3692341a4" /><Relationship Type="http://schemas.openxmlformats.org/officeDocument/2006/relationships/notesMaster" Target="/ppt/notesMasters/notesMaster1.xml" Id="Ra13c46f5a1c340e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f99fa86386e40cb" /><Relationship Type="http://schemas.openxmlformats.org/officeDocument/2006/relationships/notesMaster" Target="/ppt/notesMasters/notesMaster1.xml" Id="R32d8fc7663b44f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来源：isla工作区原始89条Issue清单，以及对应GitHub原帖、标签和评论。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逐条证据见服务器 V扩展issue核验与PoC数据.json。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具体评论链接在89条明细页的备注与远程报告中。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#6576 `mtval` is not written on a load access fault taken by a vector strided load (`vlse32.v`) — kunminghu-v3</a:t>
            </a:r>
          </a:p>
          <a:p xmlns:a="http://schemas.openxmlformats.org/drawingml/2006/main">
            <a:r>
              <a:t>https://github.com/OpenXiangShan/XiangShan/issues/6576</a:t>
            </a:r>
          </a:p>
          <a:p xmlns:a="http://schemas.openxmlformats.org/drawingml/2006/main">
            <a:r>
              <a:t>[{"kind": "标签", "url": "https://github.com/OpenXiangShan/XiangShan/issues/6576", "label_snapshot": "module: memory, type: bug/WIP feature, version: kunminghu-v3"}, {"kind": "最终全评论复核", "url": "https://github.com/OpenXiangShan/XiangShan/issues/6576#issuecomment-5692218398", "summary": "维护者认为v2由PR6548修复，v3计划移植；分支相关线索单列，不视为当前v3已完整确认/修复", "quote": "I think this issue has been fixed in `kunminghu-v2`. See PR https://github.com/OpenXiangShan/XiangShan/pull/6548.\nVector support for `kunminghu-v3` is still under development, and we'll apply the corresponding fixes to v3 in the future.",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#6561 Incorrect `mstatus.VS` Dirty update for `vl=0` vector memory instructions</a:t>
            </a:r>
          </a:p>
          <a:p xmlns:a="http://schemas.openxmlformats.org/drawingml/2006/main">
            <a:r>
              <a:t>https://github.com/OpenXiangShan/XiangShan/issues/6561</a:t>
            </a:r>
          </a:p>
          <a:p xmlns:a="http://schemas.openxmlformats.org/drawingml/2006/main">
            <a:r>
              <a:t>[{"kind": "标签", "url": "https://github.com/OpenXiangShan/XiangShan/issues/6561", "label_snapshot": "type: bug/confirmed, module: backend, version: kunminghu-v2"}, {"kind": "判定", "url": "https://github.com/OpenXiangShan/XiangShan/issues/6561#issuecomment-5661448507", "summary": "confirmed 标签；维护者说明已在 PR #6570 修复，报告者回测通过。", "quote": "If the value of the `vstart` register is 0, a `vector store` instruction will not alter the vector state and therefore will not generate a `DirtyVS`; if the value of the `vstart` register is not 0, all successfully executed vector instructions will reset `vstart` to `0` upon completion, thereby altering the vector state and generating a `DirtyVS`.\nI have fixed this in this PR. [https://github.com/OpenXiangShan/XiangShan/pull/6570](https://github.com/OpenXiangShan/XiangShan/pull/6570)\nI successfully ran the test cases locally.",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#6555 `vssubu.vx` (vector fixed-point unsigned saturating subtract) does not set `vxsat` when it saturates — kunminghu-v3</a:t>
            </a:r>
          </a:p>
          <a:p xmlns:a="http://schemas.openxmlformats.org/drawingml/2006/main">
            <a:r>
              <a:t>https://github.com/OpenXiangShan/XiangShan/issues/6555</a:t>
            </a:r>
          </a:p>
          <a:p xmlns:a="http://schemas.openxmlformats.org/drawingml/2006/main">
            <a:r>
              <a:t>[{"kind": "标签", "url": "https://github.com/OpenXiangShan/XiangShan/issues/6555", "label_snapshot": "module: backend, type: bug/WIP feature, version: kunminghu-v3"}, {"kind": "最终评论核验", "url": "https://github.com/OpenXiangShan/XiangShan/issues/6555#issuecomment-5642683809", "summary": "报告者：implementation-defined behavior, not a bug，关闭Issue", "quote": "Thanks for your reply. While re-analyzing some other bug, I found out that this is an implementation-defined behavior, not a bug. Closing the issue.",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#6545 `vsrl.vv` with `v0.t` mask hangs and never writes back the destination register</a:t>
            </a:r>
          </a:p>
          <a:p xmlns:a="http://schemas.openxmlformats.org/drawingml/2006/main">
            <a:r>
              <a:t>https://github.com/OpenXiangShan/XiangShan/issues/6545</a:t>
            </a:r>
          </a:p>
          <a:p xmlns:a="http://schemas.openxmlformats.org/drawingml/2006/main">
            <a:r>
              <a:t>[{"kind": "标签", "url": "https://github.com/OpenXiangShan/XiangShan/issues/6545", "label_snapshot": "module: backend, type: bug/WIP feature, version: kunminghu-v3"}, {"kind": "判定", "url": "https://github.com/OpenXiangShan/XiangShan/issues/6545",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#6544 `vcpop.m` is incorrectly reported as an illegal instruction when `LMUL=8` and `vs2` is not group-aligned</a:t>
            </a:r>
          </a:p>
          <a:p xmlns:a="http://schemas.openxmlformats.org/drawingml/2006/main">
            <a:r>
              <a:t>https://github.com/OpenXiangShan/XiangShan/issues/6544</a:t>
            </a:r>
          </a:p>
          <a:p xmlns:a="http://schemas.openxmlformats.org/drawingml/2006/main">
            <a:r>
              <a:t>[{"kind": "标签", "url": "https://github.com/OpenXiangShan/XiangShan/issues/6544", "label_snapshot": "module: backend, type: bug/WIP feature, version: kunminghu-v3"}, {"kind": "判定", "url": "https://github.com/OpenXiangShan/XiangShan/issues/6544",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#6543 `vdiv.vx` with a zero divisor deadlocks the core</a:t>
            </a:r>
          </a:p>
          <a:p xmlns:a="http://schemas.openxmlformats.org/drawingml/2006/main">
            <a:r>
              <a:t>https://github.com/OpenXiangShan/XiangShan/issues/6543</a:t>
            </a:r>
          </a:p>
          <a:p xmlns:a="http://schemas.openxmlformats.org/drawingml/2006/main">
            <a:r>
              <a:t>[{"kind": "标签", "url": "https://github.com/OpenXiangShan/XiangShan/issues/6543", "label_snapshot": "module: backend, type: bug/WIP feature, version: kunminghu-v3"}, {"kind": "判定", "url": "https://github.com/OpenXiangShan/XiangShan/issues/6543",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#6540 `stval` mismatch on a scalar store **page** fault after a vector store **page** fault (S-mode) — kunminghu-v2</a:t>
            </a:r>
          </a:p>
          <a:p xmlns:a="http://schemas.openxmlformats.org/drawingml/2006/main">
            <a:r>
              <a:t>https://github.com/OpenXiangShan/XiangShan/issues/6540</a:t>
            </a:r>
          </a:p>
          <a:p xmlns:a="http://schemas.openxmlformats.org/drawingml/2006/main">
            <a:r>
              <a:t>[{"kind": "标签", "url": "https://github.com/OpenXiangShan/XiangShan/issues/6540", "label_snapshot": "type: bug/confirmed, module: memory, version: kunminghu-v2"}, {"kind": "判定", "url": "https://github.com/OpenXiangShan/XiangShan/issues/6540", "summary": "GitHub `type: bug/confirmed` 标签；无 tool 标签，按 XiangShan 已确认 RTL/实现问题记录。"}]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#6536 `vmadc.vi` zeroes mask-destination tail bits</a:t>
            </a:r>
          </a:p>
          <a:p xmlns:a="http://schemas.openxmlformats.org/drawingml/2006/main">
            <a:r>
              <a:t>https://github.com/OpenXiangShan/XiangShan/issues/6536</a:t>
            </a:r>
          </a:p>
          <a:p xmlns:a="http://schemas.openxmlformats.org/drawingml/2006/main">
            <a:r>
              <a:t>[{"kind": "标签", "url": "https://github.com/OpenXiangShan/XiangShan/issues/6536", "label_snapshot": "module: backend, type: bug/WIP feature, version: kunminghu-v3"}, {"kind": "判定", "url": "https://github.com/OpenXiangShan/XiangShan/issues/6536",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#6486 Legal segmented store `vsseg2e16.v` silently commits wrong store data (0 instead of the source value) — vector store-data unit emits 0 for a field on kunminghu-v3</a:t>
            </a:r>
          </a:p>
          <a:p xmlns:a="http://schemas.openxmlformats.org/drawingml/2006/main">
            <a:r>
              <a:t>https://github.com/OpenXiangShan/XiangShan/issues/6486</a:t>
            </a:r>
          </a:p>
          <a:p xmlns:a="http://schemas.openxmlformats.org/drawingml/2006/main">
            <a:r>
              <a:t>[{"kind": "标签", "url": "https://github.com/OpenXiangShan/XiangShan/issues/6486", "label_snapshot": "module: vector, type: bug/WIP feature, version: kunminghu-v3"}, {"kind": "判定", "url": "https://github.com/OpenXiangShan/XiangShan/issues/6486",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#6482 Stale mtval after consecutive same-direction RVV memory access faults</a:t>
            </a:r>
          </a:p>
          <a:p xmlns:a="http://schemas.openxmlformats.org/drawingml/2006/main">
            <a:r>
              <a:t>https://github.com/OpenXiangShan/XiangShan/issues/6482</a:t>
            </a:r>
          </a:p>
          <a:p xmlns:a="http://schemas.openxmlformats.org/drawingml/2006/main">
            <a:r>
              <a:t>[{"kind": "标签", "url": "https://github.com/OpenXiangShan/XiangShan/issues/6482", "label_snapshot": "type: bug/confirmed, module: unknown, version: kunminghu-v2"}, {"kind": "判定", "url": "https://github.com/OpenXiangShan/XiangShan/issues/6482",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#6475 Legal segmented store `vsseg3e32.v` triggers `robEntries uopNum is overflow!` (ROB uop-count underflow) — deterministic assertion abort on kunminghu-v3</a:t>
            </a:r>
          </a:p>
          <a:p xmlns:a="http://schemas.openxmlformats.org/drawingml/2006/main">
            <a:r>
              <a:t>https://github.com/OpenXiangShan/XiangShan/issues/6475</a:t>
            </a:r>
          </a:p>
          <a:p xmlns:a="http://schemas.openxmlformats.org/drawingml/2006/main">
            <a:r>
              <a:t>[{"kind": "标签", "url": "https://github.com/OpenXiangShan/XiangShan/issues/6475", "label_snapshot": "type: bug/reported, module: backend, version: kunminghu-v3"}, {"kind": "判定", "url": "https://github.com/OpenXiangShan/XiangShan/issues/6475",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#6467 StoreQueue `deqPtr &gt; rdataPtr` assertion fails at the physical-queue wrap boundary under vector stores</a:t>
            </a:r>
          </a:p>
          <a:p xmlns:a="http://schemas.openxmlformats.org/drawingml/2006/main">
            <a:r>
              <a:t>https://github.com/OpenXiangShan/XiangShan/issues/6467</a:t>
            </a:r>
          </a:p>
          <a:p xmlns:a="http://schemas.openxmlformats.org/drawingml/2006/main">
            <a:r>
              <a:t>[{"kind": "标签", "url": "https://github.com/OpenXiangShan/XiangShan/issues/6467", "label_snapshot": "type: bug/reported, module: memory, module: vector, type: bug/WIP feature, version: kunminghu-v3"}, {"kind": "最终评论核验", "url": "https://github.com/OpenXiangShan/XiangShan/issues/6467#issuecomment-5522852062", "summary": "weidingliu：indeed a bug of deqPtr update；We fixed it in #6474", "quote": "1. That's indeed a bug of `deqPtr` update, and it's the first time to be observed.\n2. The asymmetric `dataQueue.io.empty` gate between the `deqPtr` (:1272) and `rdataPtr` (:1302) inactive skips is intentional. We fixed it in #6474",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#6410 vmove-class instructions (vmv.v.*, vmerge.*) with misaligned register groups don't raise illegal instruction (test-matrix confirmed, extends #5772)</a:t>
            </a:r>
          </a:p>
          <a:p xmlns:a="http://schemas.openxmlformats.org/drawingml/2006/main">
            <a:r>
              <a:t>https://github.com/OpenXiangShan/XiangShan/issues/6410</a:t>
            </a:r>
          </a:p>
          <a:p xmlns:a="http://schemas.openxmlformats.org/drawingml/2006/main">
            <a:r>
              <a:t>[{"kind": "标签", "url": "https://github.com/OpenXiangShan/XiangShan/issues/6410", "label_snapshot": "type: bug/invalid, module: backend, module: vector, type: bug/WIP feature"}, {"kind": "判定", "url": "https://github.com/OpenXiangShan/XiangShan/issues/6410",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#6407 Vector load doesn't trigger illegal instruction trap when VSEW is invalid</a:t>
            </a:r>
          </a:p>
          <a:p xmlns:a="http://schemas.openxmlformats.org/drawingml/2006/main">
            <a:r>
              <a:t>https://github.com/OpenXiangShan/XiangShan/issues/6407</a:t>
            </a:r>
          </a:p>
          <a:p xmlns:a="http://schemas.openxmlformats.org/drawingml/2006/main">
            <a:r>
              <a:t>[{"kind": "标签", "url": "https://github.com/OpenXiangShan/XiangShan/issues/6407", "label_snapshot": "type: bug/invalid, module: vector, version: kunminghu-v2"}, {"kind": "判定", "url": "https://github.com/OpenXiangShan/XiangShan/issues/6407", "summary": "标签为 invalid、已答复问题或 duplicate；关闭本身不构成确认。"}]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#6399 `mtval` mismatch on scalar store access fault after a vector store access fault</a:t>
            </a:r>
          </a:p>
          <a:p xmlns:a="http://schemas.openxmlformats.org/drawingml/2006/main">
            <a:r>
              <a:t>https://github.com/OpenXiangShan/XiangShan/issues/6399</a:t>
            </a:r>
          </a:p>
          <a:p xmlns:a="http://schemas.openxmlformats.org/drawingml/2006/main">
            <a:r>
              <a:t>[{"kind": "标签", "url": "https://github.com/OpenXiangShan/XiangShan/issues/6399", "label_snapshot": "type: bug/confirmed, module: backend, module: memory, version: kunminghu-v2"}, {"kind": "判定", "url": "https://github.com/OpenXiangShan/XiangShan/issues/6399",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#6302 XiangShan does not trap on vector instruction with reserved vsew encoding</a:t>
            </a:r>
          </a:p>
          <a:p xmlns:a="http://schemas.openxmlformats.org/drawingml/2006/main">
            <a:r>
              <a:t>https://github.com/OpenXiangShan/XiangShan/issues/6302</a:t>
            </a:r>
          </a:p>
          <a:p xmlns:a="http://schemas.openxmlformats.org/drawingml/2006/main">
            <a:r>
              <a:t>[{"kind": "标签", "url": "https://github.com/OpenXiangShan/XiangShan/issues/6302", "label_snapshot": "module: vector, type: bug/WIP feature, version: kunminghu-v3"}, {"kind": "判定", "url": "https://github.com/OpenXiangShan/XiangShan/issues/6302",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#6298 XiangShan misses illegal-instruction trap for out-of-range vstart</a:t>
            </a:r>
          </a:p>
          <a:p xmlns:a="http://schemas.openxmlformats.org/drawingml/2006/main">
            <a:r>
              <a:t>https://github.com/OpenXiangShan/XiangShan/issues/6298</a:t>
            </a:r>
          </a:p>
          <a:p xmlns:a="http://schemas.openxmlformats.org/drawingml/2006/main">
            <a:r>
              <a:t>[{"kind": "标签", "url": "https://github.com/OpenXiangShan/XiangShan/issues/6298", "label_snapshot": "module: vector, type: bug/WIP feature, version: kunminghu-v3"}, {"kind": "最终全评论复核", "url": "https://github.com/OpenXiangShan/XiangShan/issues/6298#issuecomment-5542251829", "summary": "维护者明确unimplemented feature, not a bug", "quote": "I must claim that this issue just report a unimplemented feature, not a bug.",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#6296 Vector store reports wrong `mcause` in M-mode</a:t>
            </a:r>
          </a:p>
          <a:p xmlns:a="http://schemas.openxmlformats.org/drawingml/2006/main">
            <a:r>
              <a:t>https://github.com/OpenXiangShan/XiangShan/issues/6296</a:t>
            </a:r>
          </a:p>
          <a:p xmlns:a="http://schemas.openxmlformats.org/drawingml/2006/main">
            <a:r>
              <a:t>[{"kind": "标签", "url": "https://github.com/OpenXiangShan/XiangShan/issues/6296", "label_snapshot": "module: vector, type: bug/WIP feature, version: kunminghu-v3"}, {"kind": "判定", "url": "https://github.com/OpenXiangShan/XiangShan/issues/6296",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#6295 `vle32ff.v` corrupts destination vector register on Load Access Fault</a:t>
            </a:r>
          </a:p>
          <a:p xmlns:a="http://schemas.openxmlformats.org/drawingml/2006/main">
            <a:r>
              <a:t>https://github.com/OpenXiangShan/XiangShan/issues/6295</a:t>
            </a:r>
          </a:p>
          <a:p xmlns:a="http://schemas.openxmlformats.org/drawingml/2006/main">
            <a:r>
              <a:t>[{"kind": "标签", "url": "https://github.com/OpenXiangShan/XiangShan/issues/6295", "label_snapshot": "module: vector, type: bug/WIP feature, version: kunminghu-v3"}, {"kind": "判定", "url": "https://github.com/OpenXiangShan/XiangShan/issues/6295",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#6293 `vle64ff.v` misses Load Access Fault on misaligned access to I/O PMA region</a:t>
            </a:r>
          </a:p>
          <a:p xmlns:a="http://schemas.openxmlformats.org/drawingml/2006/main">
            <a:r>
              <a:t>https://github.com/OpenXiangShan/XiangShan/issues/6293</a:t>
            </a:r>
          </a:p>
          <a:p xmlns:a="http://schemas.openxmlformats.org/drawingml/2006/main">
            <a:r>
              <a:t>[{"kind": "标签", "url": "https://github.com/OpenXiangShan/XiangShan/issues/6293", "label_snapshot": "module: vector, type: bug/WIP feature, version: kunminghu-v3"}, {"kind": "判定", "url": "https://github.com/OpenXiangShan/XiangShan/issues/6293",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#6292 vstart set to wrong element on a page-faulting vector load (for debugging assistance)</a:t>
            </a:r>
          </a:p>
          <a:p xmlns:a="http://schemas.openxmlformats.org/drawingml/2006/main">
            <a:r>
              <a:t>https://github.com/OpenXiangShan/XiangShan/issues/6292</a:t>
            </a:r>
          </a:p>
          <a:p xmlns:a="http://schemas.openxmlformats.org/drawingml/2006/main">
            <a:r>
              <a:t>[{"kind": "标签", "url": "https://github.com/OpenXiangShan/XiangShan/issues/6292", "label_snapshot": "module: vector, type: bug/WIP feature, version: kunminghu-v3"}, {"kind": "判定", "url": "https://github.com/OpenXiangShan/XiangShan/issues/6292",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#6289 AMO deadlocks after `vse32.v` store access fault</a:t>
            </a:r>
          </a:p>
          <a:p xmlns:a="http://schemas.openxmlformats.org/drawingml/2006/main">
            <a:r>
              <a:t>https://github.com/OpenXiangShan/XiangShan/issues/6289</a:t>
            </a:r>
          </a:p>
          <a:p xmlns:a="http://schemas.openxmlformats.org/drawingml/2006/main">
            <a:r>
              <a:t>[{"kind": "标签", "url": "https://github.com/OpenXiangShan/XiangShan/issues/6289", "label_snapshot": "module: vector, type: bug/WIP feature, version: kunminghu-v3"}, {"kind": "判定", "url": "https://github.com/OpenXiangShan/XiangShan/issues/6289",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#6262 XS bug-report — vlseg to unmapped page deadlocks (VSegmentUnit)</a:t>
            </a:r>
          </a:p>
          <a:p xmlns:a="http://schemas.openxmlformats.org/drawingml/2006/main">
            <a:r>
              <a:t>https://github.com/OpenXiangShan/XiangShan/issues/6262</a:t>
            </a:r>
          </a:p>
          <a:p xmlns:a="http://schemas.openxmlformats.org/drawingml/2006/main">
            <a:r>
              <a:t>[{"kind": "标签", "url": "https://github.com/OpenXiangShan/XiangShan/issues/6262", "label_snapshot": "module: vector, type: bug/WIP feature"}, {"kind": "判定", "url": "https://github.com/OpenXiangShan/XiangShan/issues/6262",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#6168 [Bug] debug watchpoint trigger lost on FOF non-first element</a:t>
            </a:r>
          </a:p>
          <a:p xmlns:a="http://schemas.openxmlformats.org/drawingml/2006/main">
            <a:r>
              <a:t>https://github.com/OpenXiangShan/XiangShan/issues/6168</a:t>
            </a:r>
          </a:p>
          <a:p xmlns:a="http://schemas.openxmlformats.org/drawingml/2006/main">
            <a:r>
              <a:t>[{"kind": "标签", "url": "https://github.com/OpenXiangShan/XiangShan/issues/6168", "label_snapshot": "type: bug/reported, module: unknown"}, {"kind": "最终全评论复核", "url": "https://github.com/OpenXiangShan/XiangShan/issues/6168#issuecomment-4913753242", "summary": "维护者确认known issue，计划后续修复", "quote": "This is a known issue. We are evaluating the specific matters for subsequent fixes. Thank you for your point.",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#6152 [RVV] vzext.vf4 / vsext.vf4 writes zero to high 64-bit (elements 2..3)</a:t>
            </a:r>
          </a:p>
          <a:p xmlns:a="http://schemas.openxmlformats.org/drawingml/2006/main">
            <a:r>
              <a:t>https://github.com/OpenXiangShan/XiangShan/issues/6152</a:t>
            </a:r>
          </a:p>
          <a:p xmlns:a="http://schemas.openxmlformats.org/drawingml/2006/main">
            <a:r>
              <a:t>[{"kind": "标签", "url": "https://github.com/OpenXiangShan/XiangShan/issues/6152", "label_snapshot": "module: vector, type: bug/WIP feature, version: kunminghu-v3"}, {"kind": "判定", "url": "https://github.com/OpenXiangShan/XiangShan/issues/6152",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#6151 [Performance] VSegmentUnit: segment instructions with vl=0 stall the memory unit hundreds of cycles instead of retiring immediately</a:t>
            </a:r>
          </a:p>
          <a:p xmlns:a="http://schemas.openxmlformats.org/drawingml/2006/main">
            <a:r>
              <a:t>https://github.com/OpenXiangShan/XiangShan/issues/6151</a:t>
            </a:r>
          </a:p>
          <a:p xmlns:a="http://schemas.openxmlformats.org/drawingml/2006/main">
            <a:r>
              <a:t>[{"kind": "标签", "url": "https://github.com/OpenXiangShan/XiangShan/issues/6151", "label_snapshot": "type: bug/invalid, topic: performance, module: vector, version: kunminghu-v2"}, {"kind": "判定", "url": "https://github.com/OpenXiangShan/XiangShan/issues/6151",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#6093 ```VectorFloatAdder.scala``` overflow rounding uses wrong normal-path GRS bits</a:t>
            </a:r>
          </a:p>
          <a:p xmlns:a="http://schemas.openxmlformats.org/drawingml/2006/main">
            <a:r>
              <a:t>https://github.com/OpenXiangShan/XiangShan/issues/6093</a:t>
            </a:r>
          </a:p>
          <a:p xmlns:a="http://schemas.openxmlformats.org/drawingml/2006/main">
            <a:r>
              <a:t>[{"kind": "标签", "url": "https://github.com/OpenXiangShan/XiangShan/issues/6093", "label_snapshot": "type: bug/invalid, module: vector"}, {"kind": "判定", "url": "https://github.com/OpenXiangShan/XiangShan/issues/6093",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#6085 `vsoxei32.v` fails to commit store</a:t>
            </a:r>
          </a:p>
          <a:p xmlns:a="http://schemas.openxmlformats.org/drawingml/2006/main">
            <a:r>
              <a:t>https://github.com/OpenXiangShan/XiangShan/issues/6085</a:t>
            </a:r>
          </a:p>
          <a:p xmlns:a="http://schemas.openxmlformats.org/drawingml/2006/main">
            <a:r>
              <a:t>[{"kind": "标签", "url": "https://github.com/OpenXiangShan/XiangShan/issues/6085", "label_snapshot": "module: vector, type: bug/WIP feature, version: kunminghu-v3"}, {"kind": "判定", "url": "https://github.com/OpenXiangShan/XiangShan/issues/6085",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#6079 `vl1re16.v` incorrectly computes `vstart` on Load Access Fault</a:t>
            </a:r>
          </a:p>
          <a:p xmlns:a="http://schemas.openxmlformats.org/drawingml/2006/main">
            <a:r>
              <a:t>https://github.com/OpenXiangShan/XiangShan/issues/6079</a:t>
            </a:r>
          </a:p>
          <a:p xmlns:a="http://schemas.openxmlformats.org/drawingml/2006/main">
            <a:r>
              <a:t>[{"kind": "标签", "url": "https://github.com/OpenXiangShan/XiangShan/issues/6079", "label_snapshot": "module: vector, type: bug/WIP feature"}, {"kind": "判定", "url": "https://github.com/OpenXiangShan/XiangShan/issues/6079",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#6066 VMask.scala ```shift``` truncation bug for ```SEW=8``` and large ```uopIdx```</a:t>
            </a:r>
          </a:p>
          <a:p xmlns:a="http://schemas.openxmlformats.org/drawingml/2006/main">
            <a:r>
              <a:t>https://github.com/OpenXiangShan/XiangShan/issues/6066</a:t>
            </a:r>
          </a:p>
          <a:p xmlns:a="http://schemas.openxmlformats.org/drawingml/2006/main">
            <a:r>
              <a:t>[{"kind": "标签", "url": "https://github.com/OpenXiangShan/XiangShan/issues/6066", "label_snapshot": "type: bug/invalid, module: vector, version: kunminghu-v3"}, {"kind": "判定", "url": "https://github.com/OpenXiangShan/XiangShan/issues/6066",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#6065 ```genVUopOffset``` uses wrong ```nf``` semantics</a:t>
            </a:r>
          </a:p>
          <a:p xmlns:a="http://schemas.openxmlformats.org/drawingml/2006/main">
            <a:r>
              <a:t>https://github.com/OpenXiangShan/XiangShan/issues/6065</a:t>
            </a:r>
          </a:p>
          <a:p xmlns:a="http://schemas.openxmlformats.org/drawingml/2006/main">
            <a:r>
              <a:t>[{"kind": "标签", "url": "https://github.com/OpenXiangShan/XiangShan/issues/6065", "label_snapshot": "type: bug/reported, module: vector, version: kunminghu-v2"}, {"kind": "判定", "url": "https://github.com/OpenXiangShan/XiangShan/issues/6065",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#6064 Copy-Paste Typo in Mux1H Default Condition — ```isvrgatherei16``` Repeated Instead of ```isvcompress``` in   VPermSrcTypeModule</a:t>
            </a:r>
          </a:p>
          <a:p xmlns:a="http://schemas.openxmlformats.org/drawingml/2006/main">
            <a:r>
              <a:t>https://github.com/OpenXiangShan/XiangShan/issues/6064</a:t>
            </a:r>
          </a:p>
          <a:p xmlns:a="http://schemas.openxmlformats.org/drawingml/2006/main">
            <a:r>
              <a:t>[{"kind": "标签", "url": "https://github.com/OpenXiangShan/XiangShan/issues/6064", "label_snapshot": "type: bug/reported, module: unknown"}, {"kind": "判定", "url": "https://github.com/OpenXiangShan/XiangShan/issues/6064",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#6063 ```CVT16.scala``` fflags ```NV``` lost for ```vfrec7 -inf```</a:t>
            </a:r>
          </a:p>
          <a:p xmlns:a="http://schemas.openxmlformats.org/drawingml/2006/main">
            <a:r>
              <a:t>https://github.com/OpenXiangShan/XiangShan/issues/6063</a:t>
            </a:r>
          </a:p>
          <a:p xmlns:a="http://schemas.openxmlformats.org/drawingml/2006/main">
            <a:r>
              <a:t>[{"kind": "标签", "url": "https://github.com/OpenXiangShan/XiangShan/issues/6063", "label_snapshot": "type: bug/reported, module: vector, version: kunminghu-v3"}, {"kind": "最终全评论复核", "url": "https://github.com/OpenXiangShan/XiangShan/issues/6063#issuecomment-4678966210", "summary": "维护者说明fflags截断结果正确，仅代码格式问题，非功能bug", "quote": "Here `fflags0` is `5` bits, and the result after `Cat` is truncated to exactly `0`, so although it looks wrong, the result is correct.\nWe will fix the formatting issue in the `kunminghu-v3` branch later.",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#6042 `vle16.v` fault handling incorrectly sets `vstart` to `vl` instead of the faulting element index</a:t>
            </a:r>
          </a:p>
          <a:p xmlns:a="http://schemas.openxmlformats.org/drawingml/2006/main">
            <a:r>
              <a:t>https://github.com/OpenXiangShan/XiangShan/issues/6042</a:t>
            </a:r>
          </a:p>
          <a:p xmlns:a="http://schemas.openxmlformats.org/drawingml/2006/main">
            <a:r>
              <a:t>[{"kind": "标签", "url": "https://github.com/OpenXiangShan/XiangShan/issues/6042", "label_snapshot": "type: bug/reported, module: unknown"}, {"kind": "判定", "url": "https://github.com/OpenXiangShan/XiangShan/issues/6042",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#6039 `vsetvl` with `rd=zero` causes core hang</a:t>
            </a:r>
          </a:p>
          <a:p xmlns:a="http://schemas.openxmlformats.org/drawingml/2006/main">
            <a:r>
              <a:t>https://github.com/OpenXiangShan/XiangShan/issues/6039</a:t>
            </a:r>
          </a:p>
          <a:p xmlns:a="http://schemas.openxmlformats.org/drawingml/2006/main">
            <a:r>
              <a:t>[{"kind": "标签", "url": "https://github.com/OpenXiangShan/XiangShan/issues/6039", "label_snapshot": "type: bug/reported, module: unknown"}, {"kind": "判定", "url": "https://github.com/OpenXiangShan/XiangShan/issues/6039", "summary": "只有 reported；维护者回复尚未 review/fix，不能视作确认。"}]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#6037 [Bug] vmvnr_unaligned_regs</a:t>
            </a:r>
          </a:p>
          <a:p xmlns:a="http://schemas.openxmlformats.org/drawingml/2006/main">
            <a:r>
              <a:t>https://github.com/OpenXiangShan/XiangShan/issues/6037</a:t>
            </a:r>
          </a:p>
          <a:p xmlns:a="http://schemas.openxmlformats.org/drawingml/2006/main">
            <a:r>
              <a:t>[{"kind": "标签", "url": "https://github.com/OpenXiangShan/XiangShan/issues/6037", "label_snapshot": "type: bug/invalid, module: backend"}, {"kind": "判定", "url": "https://github.com/OpenXiangShan/XiangShan/issues/6037",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#6036 [Bug] vmv1r_vstart_ge_evl</a:t>
            </a:r>
          </a:p>
          <a:p xmlns:a="http://schemas.openxmlformats.org/drawingml/2006/main">
            <a:r>
              <a:t>https://github.com/OpenXiangShan/XiangShan/issues/6036</a:t>
            </a:r>
          </a:p>
          <a:p xmlns:a="http://schemas.openxmlformats.org/drawingml/2006/main">
            <a:r>
              <a:t>[{"kind": "标签", "url": "https://github.com/OpenXiangShan/XiangShan/issues/6036", "label_snapshot": "type: bug/invalid, module: backend"}, {"kind": "判定", "url": "https://github.com/OpenXiangShan/XiangShan/issues/6036",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#6035 `vle32ff.v` fails to update exception CSRs upon Load Access Fault</a:t>
            </a:r>
          </a:p>
          <a:p xmlns:a="http://schemas.openxmlformats.org/drawingml/2006/main">
            <a:r>
              <a:t>https://github.com/OpenXiangShan/XiangShan/issues/6035</a:t>
            </a:r>
          </a:p>
          <a:p xmlns:a="http://schemas.openxmlformats.org/drawingml/2006/main">
            <a:r>
              <a:t>[{"kind": "标签", "url": "https://github.com/OpenXiangShan/XiangShan/issues/6035", "label_snapshot": "type: bug/reported, module: unknown"}, {"kind": "判定", "url": "https://github.com/OpenXiangShan/XiangShan/issues/6035",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#6034 【BUG】 `vfsgnj.vv` incorrectly dirties `mstatus.FS`</a:t>
            </a:r>
          </a:p>
          <a:p xmlns:a="http://schemas.openxmlformats.org/drawingml/2006/main">
            <a:r>
              <a:t>https://github.com/OpenXiangShan/XiangShan/issues/6034</a:t>
            </a:r>
          </a:p>
          <a:p xmlns:a="http://schemas.openxmlformats.org/drawingml/2006/main">
            <a:r>
              <a:t>[{"kind": "标签", "url": "https://github.com/OpenXiangShan/XiangShan/issues/6034", "label_snapshot": "type: bug/reported, module: backend"}, {"kind": "最终评论核验", "url": "https://github.com/OpenXiangShan/XiangShan/issues/6034#issuecomment-4570036662", "summary": "sinceforYy：We do not believe this is a bug；fflags功能正确", "quote": "We do not believe this is a bug.",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#6022 `vlse64.v` fails to trigger Load Access Fault upon illegal address access</a:t>
            </a:r>
          </a:p>
          <a:p xmlns:a="http://schemas.openxmlformats.org/drawingml/2006/main">
            <a:r>
              <a:t>https://github.com/OpenXiangShan/XiangShan/issues/6022</a:t>
            </a:r>
          </a:p>
          <a:p xmlns:a="http://schemas.openxmlformats.org/drawingml/2006/main">
            <a:r>
              <a:t>[{"kind": "标签", "url": "https://github.com/OpenXiangShan/XiangShan/issues/6022", "label_snapshot": "type: bug/confirmed, note: duplicate, module: memory"}, {"kind": "判定", "url": "https://github.com/OpenXiangShan/XiangShan/issues/6022#issuecomment-4539692989", "summary": "confirmed 标签；维护者称已由 PR #6020 修复的 vec-load hang，作为 #6015 同根因映射，不独计根因。", "quote": "This is a known issue caused by a vec load hang; we have already fixed it.https://github.com/OpenXiangShan/XiangShan/pull/6020",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#6015 Pipeline hangs on `vluxei32.v` when accessing unmapped physical addresses</a:t>
            </a:r>
          </a:p>
          <a:p xmlns:a="http://schemas.openxmlformats.org/drawingml/2006/main">
            <a:r>
              <a:t>https://github.com/OpenXiangShan/XiangShan/issues/6015</a:t>
            </a:r>
          </a:p>
          <a:p xmlns:a="http://schemas.openxmlformats.org/drawingml/2006/main">
            <a:r>
              <a:t>[{"kind": "标签", "url": "https://github.com/OpenXiangShan/XiangShan/issues/6015", "label_snapshot": "type: bug/confirmed, module: memory"}, {"kind": "判定", "url": "https://github.com/OpenXiangShan/XiangShan/issues/6015#issuecomment-4539489076", "summary": "维护者可复现并称 \"indeed a bug\"，后称已由 PR #6020 修复。", "quote": "Thank you for your report! That's indeed a bug caused by `d38fc34`, we will fix it later!",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#5958 Kunminghu-v2: LoadQueueReplay assertion on translated cross-page vector byte load/store</a:t>
            </a:r>
          </a:p>
          <a:p xmlns:a="http://schemas.openxmlformats.org/drawingml/2006/main">
            <a:r>
              <a:t>https://github.com/OpenXiangShan/XiangShan/issues/5958</a:t>
            </a:r>
          </a:p>
          <a:p xmlns:a="http://schemas.openxmlformats.org/drawingml/2006/main">
            <a:r>
              <a:t>[{"kind": "标签", "url": "https://github.com/OpenXiangShan/XiangShan/issues/5958", "label_snapshot": "type: bug/reported, module: unknown"}, {"kind": "判定", "url": "https://github.com/OpenXiangShan/XiangShan/issues/5958",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#5943 Incorrect `mtval` for faulting `vsse16.v` on kunminghu-v2</a:t>
            </a:r>
          </a:p>
          <a:p xmlns:a="http://schemas.openxmlformats.org/drawingml/2006/main">
            <a:r>
              <a:t>https://github.com/OpenXiangShan/XiangShan/issues/5943</a:t>
            </a:r>
          </a:p>
          <a:p xmlns:a="http://schemas.openxmlformats.org/drawingml/2006/main">
            <a:r>
              <a:t>[{"kind": "标签", "url": "https://github.com/OpenXiangShan/XiangShan/issues/5943", "label_snapshot": "type: bug/confirmed, module: unknown, version: kunminghu-v2"}, {"kind": "判定", "url": "https://github.com/OpenXiangShan/XiangShan/issues/5943#issuecomment-4437990329", "summary": "confirmed 标签；维护者最终复现并明确 \"I think this issue is a bug\"。", "quote": "@youzi27 Ah ha,  I finally reproduce this issue, I think this issue is a bug, which was introduced by (https://github.com/OpenXiangShan/XiangShan/commit/2bec9bddf90fa1ddd2690f344ef3f34e4346bb9e#diff-6db620258edc695befb5c4de9a76e239e89ff74d881e35a4ab978f931efb21aeR119) 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#5934 `vlseg2e16.v` corrupts an active destination lane during masked segment load</a:t>
            </a:r>
          </a:p>
          <a:p xmlns:a="http://schemas.openxmlformats.org/drawingml/2006/main">
            <a:r>
              <a:t>https://github.com/OpenXiangShan/XiangShan/issues/5934</a:t>
            </a:r>
          </a:p>
          <a:p xmlns:a="http://schemas.openxmlformats.org/drawingml/2006/main">
            <a:r>
              <a:t>[{"kind": "标签", "url": "https://github.com/OpenXiangShan/XiangShan/issues/5934", "label_snapshot": "type: bug/confirmed, module: unknown"}, {"kind": "判定", "url": "https://github.com/OpenXiangShan/XiangShan/issues/5934",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#5933 `vlsseg3e64.v` loads wrong active destination data for zero-stride segment load</a:t>
            </a:r>
          </a:p>
          <a:p xmlns:a="http://schemas.openxmlformats.org/drawingml/2006/main">
            <a:r>
              <a:t>https://github.com/OpenXiangShan/XiangShan/issues/5933</a:t>
            </a:r>
          </a:p>
          <a:p xmlns:a="http://schemas.openxmlformats.org/drawingml/2006/main">
            <a:r>
              <a:t>[{"kind": "标签", "url": "https://github.com/OpenXiangShan/XiangShan/issues/5933", "label_snapshot": "type: bug/confirmed, module: unknown"}, {"kind": "判定", "url": "https://github.com/OpenXiangShan/XiangShan/issues/5933",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#5932 `vluxseg5ei32.v` corrupts active destination data for indexed segment load</a:t>
            </a:r>
          </a:p>
          <a:p xmlns:a="http://schemas.openxmlformats.org/drawingml/2006/main">
            <a:r>
              <a:t>https://github.com/OpenXiangShan/XiangShan/issues/5932</a:t>
            </a:r>
          </a:p>
          <a:p xmlns:a="http://schemas.openxmlformats.org/drawingml/2006/main">
            <a:r>
              <a:t>[{"kind": "标签", "url": "https://github.com/OpenXiangShan/XiangShan/issues/5932", "label_snapshot": "type: bug/confirmed, module: unknown"}, {"kind": "判定", "url": "https://github.com/OpenXiangShan/XiangShan/issues/5932",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#5931 `vlseg2e32ff.v` loads wrong field0 data for misaligned fault-only-first segment load</a:t>
            </a:r>
          </a:p>
          <a:p xmlns:a="http://schemas.openxmlformats.org/drawingml/2006/main">
            <a:r>
              <a:t>https://github.com/OpenXiangShan/XiangShan/issues/5931</a:t>
            </a:r>
          </a:p>
          <a:p xmlns:a="http://schemas.openxmlformats.org/drawingml/2006/main">
            <a:r>
              <a:t>[{"kind": "标签", "url": "https://github.com/OpenXiangShan/XiangShan/issues/5931", "label_snapshot": "type: bug/confirmed, module: unknown"}, {"kind": "判定", "url": "https://github.com/OpenXiangShan/XiangShan/issues/5931",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#5930 `vle8ff.v` corrupts active loaded byte value</a:t>
            </a:r>
          </a:p>
          <a:p xmlns:a="http://schemas.openxmlformats.org/drawingml/2006/main">
            <a:r>
              <a:t>https://github.com/OpenXiangShan/XiangShan/issues/5930</a:t>
            </a:r>
          </a:p>
          <a:p xmlns:a="http://schemas.openxmlformats.org/drawingml/2006/main">
            <a:r>
              <a:t>[{"kind": "标签", "url": "https://github.com/OpenXiangShan/XiangShan/issues/5930", "label_snapshot": "type: bug/confirmed, module: unknown"}, {"kind": "判定", "url": "https://github.com/OpenXiangShan/XiangShan/issues/5930",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#5929 `vloxseg5ei64.v` misses load access fault and commits destination vector registers</a:t>
            </a:r>
          </a:p>
          <a:p xmlns:a="http://schemas.openxmlformats.org/drawingml/2006/main">
            <a:r>
              <a:t>https://github.com/OpenXiangShan/XiangShan/issues/5929</a:t>
            </a:r>
          </a:p>
          <a:p xmlns:a="http://schemas.openxmlformats.org/drawingml/2006/main">
            <a:r>
              <a:t>[{"kind": "标签", "url": "https://github.com/OpenXiangShan/XiangShan/issues/5929", "label_snapshot": "type: bug/invalid"}, {"kind": "判定", "url": "https://github.com/OpenXiangShan/XiangShan/issues/5929", "summary": "标签为 invalid、已答复问题或 duplicate；关闭本身不构成确认。"}]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#5928 Incorrect source element selection in `vsext`</a:t>
            </a:r>
          </a:p>
          <a:p xmlns:a="http://schemas.openxmlformats.org/drawingml/2006/main">
            <a:r>
              <a:t>https://github.com/OpenXiangShan/XiangShan/issues/5928</a:t>
            </a:r>
          </a:p>
          <a:p xmlns:a="http://schemas.openxmlformats.org/drawingml/2006/main">
            <a:r>
              <a:t>[{"kind": "标签", "url": "https://github.com/OpenXiangShan/XiangShan/issues/5928", "label_snapshot": "type: bug/confirmed, module: unknown"}, {"kind": "判定", "url": "https://github.com/OpenXiangShan/XiangShan/issues/5928",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#5927 Incorrect scalar result from `vmv.x.s` when SEW is smaller than XLEN</a:t>
            </a:r>
          </a:p>
          <a:p xmlns:a="http://schemas.openxmlformats.org/drawingml/2006/main">
            <a:r>
              <a:t>https://github.com/OpenXiangShan/XiangShan/issues/5927</a:t>
            </a:r>
          </a:p>
          <a:p xmlns:a="http://schemas.openxmlformats.org/drawingml/2006/main">
            <a:r>
              <a:t>[{"kind": "标签", "url": "https://github.com/OpenXiangShan/XiangShan/issues/5927", "label_snapshot": "note: duplicate"}, {"kind": "最终评论核验", "url": "https://github.com/OpenXiangShan/XiangShan/issues/5927#issuecomment-4412737115", "summary": "youzi27：This issue seems similar to #5829", "quote": "This issue seems similar to #5829  , so I will close it. Sorry for the confusion.",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#5922 Incorrect handling of invalid `frm` for `vfmerge.vfm`</a:t>
            </a:r>
          </a:p>
          <a:p xmlns:a="http://schemas.openxmlformats.org/drawingml/2006/main">
            <a:r>
              <a:t>https://github.com/OpenXiangShan/XiangShan/issues/5922</a:t>
            </a:r>
          </a:p>
          <a:p xmlns:a="http://schemas.openxmlformats.org/drawingml/2006/main">
            <a:r>
              <a:t>[{"kind": "标签", "url": "https://github.com/OpenXiangShan/XiangShan/issues/5922", "label_snapshot": "note: duplicate"}, {"kind": "最终评论核验", "url": "https://github.com/OpenXiangShan/XiangShan/issues/5922#issuecomment-4411727439", "summary": "youzi27：This issue seems similar to #5768", "quote": "This issue seems similar to #5768 , so I will close it. Sorry for the confusion.",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#5921 Incorrect `vstart` update after faulting vector indexed store</a:t>
            </a:r>
          </a:p>
          <a:p xmlns:a="http://schemas.openxmlformats.org/drawingml/2006/main">
            <a:r>
              <a:t>https://github.com/OpenXiangShan/XiangShan/issues/5921</a:t>
            </a:r>
          </a:p>
          <a:p xmlns:a="http://schemas.openxmlformats.org/drawingml/2006/main">
            <a:r>
              <a:t>[{"kind": "标签", "url": "https://github.com/OpenXiangShan/XiangShan/issues/5921", "label_snapshot": "module: memory, module: vector, type: bug/WIP feature, version: kunminghu-v3"}, {"kind": "判定", "url": "https://github.com/OpenXiangShan/XiangShan/issues/5921",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#5919 Reserved `vmv&lt;nr&gt;r.v` encodings are executed instead of being rejected</a:t>
            </a:r>
          </a:p>
          <a:p xmlns:a="http://schemas.openxmlformats.org/drawingml/2006/main">
            <a:r>
              <a:t>https://github.com/OpenXiangShan/XiangShan/issues/5919</a:t>
            </a:r>
          </a:p>
          <a:p xmlns:a="http://schemas.openxmlformats.org/drawingml/2006/main">
            <a:r>
              <a:t>[{"kind": "标签", "url": "https://github.com/OpenXiangShan/XiangShan/issues/5919", "label_snapshot": "module: vector, type: bug/WIP feature, version: kunminghu-v3"}, {"kind": "判定", "url": "https://github.com/OpenXiangShan/XiangShan/issues/5919",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#5865 XiangShan misses illegal-instruction trap for reserved masked `vmerge.vvm` with vd = v0</a:t>
            </a:r>
          </a:p>
          <a:p xmlns:a="http://schemas.openxmlformats.org/drawingml/2006/main">
            <a:r>
              <a:t>https://github.com/OpenXiangShan/XiangShan/issues/5865</a:t>
            </a:r>
          </a:p>
          <a:p xmlns:a="http://schemas.openxmlformats.org/drawingml/2006/main">
            <a:r>
              <a:t>[{"kind": "标签", "url": "https://github.com/OpenXiangShan/XiangShan/issues/5865", "label_snapshot": "type: bug/confirmed, type: bug/WIP feature, version: kunminghu-v3"}, {"kind": "判定", "url": "https://github.com/OpenXiangShan/XiangShan/issues/5865",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#5845 [Assertion Failure] XiangShan crashes in `LoadUnitS0` on a reduced `vmsbf.m -&gt; vl1re64.v -&gt; vlseg4e8.v` sequence</a:t>
            </a:r>
          </a:p>
          <a:p xmlns:a="http://schemas.openxmlformats.org/drawingml/2006/main">
            <a:r>
              <a:t>https://github.com/OpenXiangShan/XiangShan/issues/5845</a:t>
            </a:r>
          </a:p>
          <a:p xmlns:a="http://schemas.openxmlformats.org/drawingml/2006/main">
            <a:r>
              <a:t>[{"kind": "标签", "url": "https://github.com/OpenXiangShan/XiangShan/issues/5845", "label_snapshot": "type: bug/reported, module: unknown"}, {"kind": "判定", "url": "https://github.com/OpenXiangShan/XiangShan/issues/5845",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#5840 [BUG] `vzext.vf8` can compute the wrong zero-extended result for an active destination element.</a:t>
            </a:r>
          </a:p>
          <a:p xmlns:a="http://schemas.openxmlformats.org/drawingml/2006/main">
            <a:r>
              <a:t>https://github.com/OpenXiangShan/XiangShan/issues/5840</a:t>
            </a:r>
          </a:p>
          <a:p xmlns:a="http://schemas.openxmlformats.org/drawingml/2006/main">
            <a:r>
              <a:t>[{"kind": "标签", "url": "https://github.com/OpenXiangShan/XiangShan/issues/5840", "label_snapshot": "type: bug/confirmed, module: unknown"}, {"kind": "判定", "url": "https://github.com/OpenXiangShan/XiangShan/issues/5840",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#5832 [BUG] `vl8re64.v` truncates upper 64-bit data in whole-register loads</a:t>
            </a:r>
          </a:p>
          <a:p xmlns:a="http://schemas.openxmlformats.org/drawingml/2006/main">
            <a:r>
              <a:t>https://github.com/OpenXiangShan/XiangShan/issues/5832</a:t>
            </a:r>
          </a:p>
          <a:p xmlns:a="http://schemas.openxmlformats.org/drawingml/2006/main">
            <a:r>
              <a:t>[{"kind": "标签", "url": "https://github.com/OpenXiangShan/XiangShan/issues/5832", "label_snapshot": "type: bug/confirmed, module: unknown"}, {"kind": "判定", "url": "https://github.com/OpenXiangShan/XiangShan/issues/5832",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#5831 [BUG] `vlse32.v` corrupts packed 32-bit element data under SEW=64, LMUL=8 mixed-EEW execution</a:t>
            </a:r>
          </a:p>
          <a:p xmlns:a="http://schemas.openxmlformats.org/drawingml/2006/main">
            <a:r>
              <a:t>https://github.com/OpenXiangShan/XiangShan/issues/5831</a:t>
            </a:r>
          </a:p>
          <a:p xmlns:a="http://schemas.openxmlformats.org/drawingml/2006/main">
            <a:r>
              <a:t>[{"kind": "标签", "url": "https://github.com/OpenXiangShan/XiangShan/issues/5831", "label_snapshot": "type: bug/confirmed, module: unknown"}, {"kind": "判定", "url": "https://github.com/OpenXiangShan/XiangShan/issues/5831",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#5830 [BUG] `vfmv.f.s` fails to NaN-box 32-bit values when writing to a 64-bit floating-point registe</a:t>
            </a:r>
          </a:p>
          <a:p xmlns:a="http://schemas.openxmlformats.org/drawingml/2006/main">
            <a:r>
              <a:t>https://github.com/OpenXiangShan/XiangShan/issues/5830</a:t>
            </a:r>
          </a:p>
          <a:p xmlns:a="http://schemas.openxmlformats.org/drawingml/2006/main">
            <a:r>
              <a:t>[{"kind": "标签", "url": "https://github.com/OpenXiangShan/XiangShan/issues/5830", "label_snapshot": "type: bug/confirmed, module: unknown"}, {"kind": "判定", "url": "https://github.com/OpenXiangShan/XiangShan/issues/5830",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#5829 [Bug] vmv.x.s instruction fails to sign-extend when SEW &lt; XLEN</a:t>
            </a:r>
          </a:p>
          <a:p xmlns:a="http://schemas.openxmlformats.org/drawingml/2006/main">
            <a:r>
              <a:t>https://github.com/OpenXiangShan/XiangShan/issues/5829</a:t>
            </a:r>
          </a:p>
          <a:p xmlns:a="http://schemas.openxmlformats.org/drawingml/2006/main">
            <a:r>
              <a:t>[{"kind": "标签", "url": "https://github.com/OpenXiangShan/XiangShan/issues/5829", "label_snapshot": "type: bug/confirmed, module: unknown"}, {"kind": "判定", "url": "https://github.com/OpenXiangShan/XiangShan/issues/5829",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#5809 `vmv.x.s` executes instead of raising illegal-instruction when `vsetvli` leaves `vtype.vill=1`</a:t>
            </a:r>
          </a:p>
          <a:p xmlns:a="http://schemas.openxmlformats.org/drawingml/2006/main">
            <a:r>
              <a:t>https://github.com/OpenXiangShan/XiangShan/issues/5809</a:t>
            </a:r>
          </a:p>
          <a:p xmlns:a="http://schemas.openxmlformats.org/drawingml/2006/main">
            <a:r>
              <a:t>[{"kind": "标签", "url": "https://github.com/OpenXiangShan/XiangShan/issues/5809", "label_snapshot": "module: backend, type: bug/fixed"}, {"kind": "判定", "url": "https://github.com/OpenXiangShan/XiangShan/issues/5809", "summary": "GitHub `type: bug/fixed` 标签；无 tool 标签，按 XiangShan 已确认且已有修复标签记录。"}]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#5808 `vstart` mismatch after a minimal `vsse16.v` RVV testcase</a:t>
            </a:r>
          </a:p>
          <a:p xmlns:a="http://schemas.openxmlformats.org/drawingml/2006/main">
            <a:r>
              <a:t>https://github.com/OpenXiangShan/XiangShan/issues/5808</a:t>
            </a:r>
          </a:p>
          <a:p xmlns:a="http://schemas.openxmlformats.org/drawingml/2006/main">
            <a:r>
              <a:t>[{"kind": "标签", "url": "https://github.com/OpenXiangShan/XiangShan/issues/5808", "label_snapshot": "module: vector, type: bug/WIP feature"}, {"kind": "判定", "url": "https://github.com/OpenXiangShan/XiangShan/issues/5808", "summary": "无 confirmed/fixed 标签且缓存评论没有明确维护者确认；WIP/reported/closed 均不作确认依据。"}]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#5790 Mismatch mcause and mtval when executing vssseg3e16.v</a:t>
            </a:r>
          </a:p>
          <a:p xmlns:a="http://schemas.openxmlformats.org/drawingml/2006/main">
            <a:r>
              <a:t>https://github.com/OpenXiangShan/XiangShan/issues/5790</a:t>
            </a:r>
          </a:p>
          <a:p xmlns:a="http://schemas.openxmlformats.org/drawingml/2006/main">
            <a:r>
              <a:t>[{"kind": "标签", "url": "https://github.com/OpenXiangShan/XiangShan/issues/5790", "label_snapshot": "type: bug/invalid"}, {"kind": "判定", "url": "https://github.com/OpenXiangShan/XiangShan/issues/5790",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#5777 No instructions have been submitted for a long time. Could this be a case of deadlock?</a:t>
            </a:r>
          </a:p>
          <a:p xmlns:a="http://schemas.openxmlformats.org/drawingml/2006/main">
            <a:r>
              <a:t>https://github.com/OpenXiangShan/XiangShan/issues/5777</a:t>
            </a:r>
          </a:p>
          <a:p xmlns:a="http://schemas.openxmlformats.org/drawingml/2006/main">
            <a:r>
              <a:t>[{"kind": "标签", "url": "https://github.com/OpenXiangShan/XiangShan/issues/5777", "label_snapshot": "type: bug/invalid"}, {"kind": "判定", "url": "https://github.com/OpenXiangShan/XiangShan/issues/5777",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#5772 vmv4r.v with misaligned registers dosen't raise illegal instruction exception</a:t>
            </a:r>
          </a:p>
          <a:p xmlns:a="http://schemas.openxmlformats.org/drawingml/2006/main">
            <a:r>
              <a:t>https://github.com/OpenXiangShan/XiangShan/issues/5772</a:t>
            </a:r>
          </a:p>
          <a:p xmlns:a="http://schemas.openxmlformats.org/drawingml/2006/main">
            <a:r>
              <a:t>[{"kind": "标签", "url": "https://github.com/OpenXiangShan/XiangShan/issues/5772", "label_snapshot": "type: bug/confirmed, module: backend"}, {"kind": "判定", "url": "https://github.com/OpenXiangShan/XiangShan/issues/5772",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#5770 Vector whole register load(vl2re32.v) partially updates destination on exception</a:t>
            </a:r>
          </a:p>
          <a:p xmlns:a="http://schemas.openxmlformats.org/drawingml/2006/main">
            <a:r>
              <a:t>https://github.com/OpenXiangShan/XiangShan/issues/5770</a:t>
            </a:r>
          </a:p>
          <a:p xmlns:a="http://schemas.openxmlformats.org/drawingml/2006/main">
            <a:r>
              <a:t>[{"kind": "标签", "url": "https://github.com/OpenXiangShan/XiangShan/issues/5770", "label_snapshot": "module: backend, module: vector, type: bug/WIP feature, version: kunminghu-v3"}, {"kind": "判定", "url": "https://github.com/OpenXiangShan/XiangShan/issues/5770",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#5769 Vector indexed segment store (vsuxseg*ei*) reports only base address in mtval on exception</a:t>
            </a:r>
          </a:p>
          <a:p xmlns:a="http://schemas.openxmlformats.org/drawingml/2006/main">
            <a:r>
              <a:t>https://github.com/OpenXiangShan/XiangShan/issues/5769</a:t>
            </a:r>
          </a:p>
          <a:p xmlns:a="http://schemas.openxmlformats.org/drawingml/2006/main">
            <a:r>
              <a:t>[{"kind": "标签", "url": "https://github.com/OpenXiangShan/XiangShan/issues/5769", "label_snapshot": "module: backend, module: vector, type: bug/WIP feature, version: kunminghu-v3"}, {"kind": "判定", "url": "https://github.com/OpenXiangShan/XiangShan/issues/5769", "summary": "无 confirmed/fixed 标签且缓存评论没有明确维护者确认；WIP/reported/closed 均不作确认依据。"}]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#5768 Vector FP move/merge instructions missing `frm` reserved value check</a:t>
            </a:r>
          </a:p>
          <a:p xmlns:a="http://schemas.openxmlformats.org/drawingml/2006/main">
            <a:r>
              <a:t>https://github.com/OpenXiangShan/XiangShan/issues/5768</a:t>
            </a:r>
          </a:p>
          <a:p xmlns:a="http://schemas.openxmlformats.org/drawingml/2006/main">
            <a:r>
              <a:t>[{"kind": "标签", "url": "https://github.com/OpenXiangShan/XiangShan/issues/5768", "label_snapshot": "type: bug/confirmed, module: backend"}, {"kind": "判定", "url": "https://github.com/OpenXiangShan/XiangShan/issues/5768",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#5767 `vlseg2e8ff.v` with later-element fault triggers XiangShan internal critical error</a:t>
            </a:r>
          </a:p>
          <a:p xmlns:a="http://schemas.openxmlformats.org/drawingml/2006/main">
            <a:r>
              <a:t>https://github.com/OpenXiangShan/XiangShan/issues/5767</a:t>
            </a:r>
          </a:p>
          <a:p xmlns:a="http://schemas.openxmlformats.org/drawingml/2006/main">
            <a:r>
              <a:t>[{"kind": "标签", "url": "https://github.com/OpenXiangShan/XiangShan/issues/5767", "label_snapshot": "type: bug/confirmed, module: backend"}, {"kind": "判定", "url": "https://github.com/OpenXiangShan/XiangShan/issues/5767", "summary": "GitHub `type: bug/confirmed` 标签；无 tool 标签，按 XiangShan 已确认 RTL/实现问题记录。"}]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#5766 `vle8ff` fault-only-first followed by immediate `csrr vl` returns 0 on XiangShan, while Spike returns the expected `vl`</a:t>
            </a:r>
          </a:p>
          <a:p xmlns:a="http://schemas.openxmlformats.org/drawingml/2006/main">
            <a:r>
              <a:t>https://github.com/OpenXiangShan/XiangShan/issues/5766</a:t>
            </a:r>
          </a:p>
          <a:p xmlns:a="http://schemas.openxmlformats.org/drawingml/2006/main">
            <a:r>
              <a:t>[{"kind": "标签", "url": "https://github.com/OpenXiangShan/XiangShan/issues/5766", "label_snapshot": "type: bug/confirmed, module: backend"}, {"kind": "判定", "url": "https://github.com/OpenXiangShan/XiangShan/issues/5766",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#5765 Difftest mismatch on tail bits of v0 after vlm.v</a:t>
            </a:r>
          </a:p>
          <a:p xmlns:a="http://schemas.openxmlformats.org/drawingml/2006/main">
            <a:r>
              <a:t>https://github.com/OpenXiangShan/XiangShan/issues/5765</a:t>
            </a:r>
          </a:p>
          <a:p xmlns:a="http://schemas.openxmlformats.org/drawingml/2006/main">
            <a:r>
              <a:t>[{"kind": "标签", "url": "https://github.com/OpenXiangShan/XiangShan/issues/5765", "label_snapshot": "type: bug/confirmed, module: backend"}, {"kind": "判定", "url": "https://github.com/OpenXiangShan/XiangShan/issues/5765", "summary": "GitHub `type: bug/confirmed` 标签；无 tool 标签，按 XiangShan 已确认 RTL/实现问题记录。"}]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#5739 `csrr vl` reads stale zero immediately after `vsetvli`</a:t>
            </a:r>
          </a:p>
          <a:p xmlns:a="http://schemas.openxmlformats.org/drawingml/2006/main">
            <a:r>
              <a:t>https://github.com/OpenXiangShan/XiangShan/issues/5739</a:t>
            </a:r>
          </a:p>
          <a:p xmlns:a="http://schemas.openxmlformats.org/drawingml/2006/main">
            <a:r>
              <a:t>[{"kind": "标签", "url": "https://github.com/OpenXiangShan/XiangShan/issues/5739", "label_snapshot": "module: backend, type: bug/fixed"}, {"kind": "判定", "url": "https://github.com/OpenXiangShan/XiangShan/issues/5739", "summary": "GitHub `type: bug/fixed` 标签；无 tool 标签，按 XiangShan 已确认且已有修复标签记录。"}]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#5725 Behavior mismatch on RVV testcase (`vsetvl x0, x0, rs2` path)</a:t>
            </a:r>
          </a:p>
          <a:p xmlns:a="http://schemas.openxmlformats.org/drawingml/2006/main">
            <a:r>
              <a:t>https://github.com/OpenXiangShan/XiangShan/issues/5725</a:t>
            </a:r>
          </a:p>
          <a:p xmlns:a="http://schemas.openxmlformats.org/drawingml/2006/main">
            <a:r>
              <a:t>[{"kind": "标签", "url": "https://github.com/OpenXiangShan/XiangShan/issues/5725", "label_snapshot": "module: backend, module: tool, type: bug/fixed"}, {"kind": "判定", "url": "https://github.com/OpenXiangShan/XiangShan/issues/5725#issuecomment-4132725504", "summary": "维护者 huxuan0307 明确 \"not a bug but a feature\"；后来 NEMU 与 XiangShan 统一对 reserved 情形报非法。", "quote": "Thank you for your bug report. As described in the vector section of the specification, the vsetvl[i] instruction is reserved when rs1 = x0 and rd = x0. Since there is no explicit description of how to implement reserved, the hardware can implement it in any reasonable way. In other words, this is not a bug but a \"feature\".",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#5702 Vector memory access</a:t>
            </a:r>
          </a:p>
          <a:p xmlns:a="http://schemas.openxmlformats.org/drawingml/2006/main">
            <a:r>
              <a:t>https://github.com/OpenXiangShan/XiangShan/issues/5702</a:t>
            </a:r>
          </a:p>
          <a:p xmlns:a="http://schemas.openxmlformats.org/drawingml/2006/main">
            <a:r>
              <a:t>[{"kind": "标签", "url": "https://github.com/OpenXiangShan/XiangShan/issues/5702", "label_snapshot": "type: bug/invalid, module: unknown"}, {"kind": "判定", "url": "https://github.com/OpenXiangShan/XiangShan/issues/5702",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#5449 VectorFloatFMA module operation alignment logic error</a:t>
            </a:r>
          </a:p>
          <a:p xmlns:a="http://schemas.openxmlformats.org/drawingml/2006/main">
            <a:r>
              <a:t>https://github.com/OpenXiangShan/XiangShan/issues/5449</a:t>
            </a:r>
          </a:p>
          <a:p xmlns:a="http://schemas.openxmlformats.org/drawingml/2006/main">
            <a:r>
              <a:t>[{"kind": "标签", "url": "https://github.com/OpenXiangShan/XiangShan/issues/5449", "label_snapshot": "type: bug/invalid"}, {"kind": "判定", "url": "https://github.com/OpenXiangShan/XiangShan/issues/5449",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#5426 v31_low different on vfredusum.vs</a:t>
            </a:r>
          </a:p>
          <a:p xmlns:a="http://schemas.openxmlformats.org/drawingml/2006/main">
            <a:r>
              <a:t>https://github.com/OpenXiangShan/XiangShan/issues/5426</a:t>
            </a:r>
          </a:p>
          <a:p xmlns:a="http://schemas.openxmlformats.org/drawingml/2006/main">
            <a:r>
              <a:t>[{"kind": "标签", "url": "https://github.com/OpenXiangShan/XiangShan/issues/5426", "label_snapshot": "module: tool, type: bug/fixed"}, {"kind": "判定", "url": "https://github.com/OpenXiangShan/XiangShan/issues/5426#issuecomment-3692247360", "summary": "维护者 lewislzh 明确 NEMU bug、\"RTL implementation is correct\"。", "quote": "Thanks for the issue report. This is indeed a bug in the NEMU simulator (the RTL implementation is correct)：\nThe RISC-V Vector specification states that for the vfredusum instruction, when an operand is masked off, it may be treated as -0 if the rounding mode is not RDN; for RDN, the operand needs to be treated as +0. NEMU’s handling of the RDN case was incorrect. A fix has been submitted.", "quote_language": "original", "quote_note": "原评论逐行摘录；多行以换行连接，可能省略其他行"}]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#5425 Assertion failed at DCache on vector indexed segment store instructions</a:t>
            </a:r>
          </a:p>
          <a:p xmlns:a="http://schemas.openxmlformats.org/drawingml/2006/main">
            <a:r>
              <a:t>https://github.com/OpenXiangShan/XiangShan/issues/5425</a:t>
            </a:r>
          </a:p>
          <a:p xmlns:a="http://schemas.openxmlformats.org/drawingml/2006/main">
            <a:r>
              <a:t>[{"kind": "标签", "url": "https://github.com/OpenXiangShan/XiangShan/issues/5425", "label_snapshot": "type: bug/invalid, module: unknown"}, {"kind": "判定", "url": "https://github.com/OpenXiangShan/XiangShan/issues/5425",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#5424 Mismatch for store commits on vector indexed segment store instructions</a:t>
            </a:r>
          </a:p>
          <a:p xmlns:a="http://schemas.openxmlformats.org/drawingml/2006/main">
            <a:r>
              <a:t>https://github.com/OpenXiangShan/XiangShan/issues/5424</a:t>
            </a:r>
          </a:p>
          <a:p xmlns:a="http://schemas.openxmlformats.org/drawingml/2006/main">
            <a:r>
              <a:t>[{"kind": "标签", "url": "https://github.com/OpenXiangShan/XiangShan/issues/5424", "label_snapshot": "note: duplicate, module: tool"}, {"kind": "最终评论核验", "url": "https://github.com/OpenXiangShan/XiangShan/issues/5424#issuecomment-3689978534", "summary": "Yan-Muzi：Please refer to #5279", "quote": "Please refer to #5279.",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#5288 Unexpected interaction between vs1r.v and fence.i instructions</a:t>
            </a:r>
          </a:p>
          <a:p xmlns:a="http://schemas.openxmlformats.org/drawingml/2006/main">
            <a:r>
              <a:t>https://github.com/OpenXiangShan/XiangShan/issues/5288</a:t>
            </a:r>
          </a:p>
          <a:p xmlns:a="http://schemas.openxmlformats.org/drawingml/2006/main">
            <a:r>
              <a:t>[{"kind": "标签", "url": "https://github.com/OpenXiangShan/XiangShan/issues/5288", "label_snapshot": "type: bug/invalid, module: unknown"}, {"kind": "判定", "url": "https://github.com/OpenXiangShan/XiangShan/issues/5288",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#5279 Mismatch in vector store commit behavior under misaligned base address</a:t>
            </a:r>
          </a:p>
          <a:p xmlns:a="http://schemas.openxmlformats.org/drawingml/2006/main">
            <a:r>
              <a:t>https://github.com/OpenXiangShan/XiangShan/issues/5279</a:t>
            </a:r>
          </a:p>
          <a:p xmlns:a="http://schemas.openxmlformats.org/drawingml/2006/main">
            <a:r>
              <a:t>[{"kind": "标签", "url": "https://github.com/OpenXiangShan/XiangShan/issues/5279", "label_snapshot": "type: bug/confirmed, module: tool"}, {"kind": "判定", "url": "https://github.com/OpenXiangShan/XiangShan/issues/5279#issuecomment-3595092909", "summary": "维护者 Yan-Muzi 明确：\"known bug of difftest\"，非 RTL。", "quote": "It is a known bug of difftest. We have not really figured out how to compare store commits of vector stores. We may fix this in the future.",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#4368 Vector Configuration</a:t>
            </a:r>
          </a:p>
          <a:p xmlns:a="http://schemas.openxmlformats.org/drawingml/2006/main">
            <a:r>
              <a:t>https://github.com/OpenXiangShan/XiangShan/issues/4368</a:t>
            </a:r>
          </a:p>
          <a:p xmlns:a="http://schemas.openxmlformats.org/drawingml/2006/main">
            <a:r>
              <a:t>[{"kind": "标签", "url": "https://github.com/OpenXiangShan/XiangShan/issues/4368", "label_snapshot": "type: question/answered"}, {"kind": "判定", "url": "https://github.com/OpenXiangShan/XiangShan/issues/4368",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#4190 KunminghuV2Config doesn't seem to dual issue vector instructions</a:t>
            </a:r>
          </a:p>
          <a:p xmlns:a="http://schemas.openxmlformats.org/drawingml/2006/main">
            <a:r>
              <a:t>https://github.com/OpenXiangShan/XiangShan/issues/4190</a:t>
            </a:r>
          </a:p>
          <a:p xmlns:a="http://schemas.openxmlformats.org/drawingml/2006/main">
            <a:r>
              <a:t>[{"kind": "标签", "url": "https://github.com/OpenXiangShan/XiangShan/issues/4190", "label_snapshot": "type: bug/reported"}, {"kind": "最终全评论复核", "url": "https://github.com/OpenXiangShan/XiangShan/issues/4190#issuecomment-2597589506", "summary": "维护者确认不必要vd依赖性能问题，PR4198修复且报告者回测；LMUL1解码限制另属设计取舍", "quote": "The above issue has been fixed by https://github.com/OpenXiangShan/XiangShan/pull/4198",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#4017 Store-load violation checking for vector instruction</a:t>
            </a:r>
          </a:p>
          <a:p xmlns:a="http://schemas.openxmlformats.org/drawingml/2006/main">
            <a:r>
              <a:t>https://github.com/OpenXiangShan/XiangShan/issues/4017</a:t>
            </a:r>
          </a:p>
          <a:p xmlns:a="http://schemas.openxmlformats.org/drawingml/2006/main">
            <a:r>
              <a:t>[{"kind": "标签", "url": "https://github.com/OpenXiangShan/XiangShan/issues/4017", "label_snapshot": "type: question/answered"}, {"kind": "判定", "url": "https://github.com/OpenXiangShan/XiangShan/issues/4017", "summary": "标签为 invalid、已答复问题或 duplicate；关闭本身不构成确认。"}]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#3962 How to turn off vector instruction extension？</a:t>
            </a:r>
          </a:p>
          <a:p xmlns:a="http://schemas.openxmlformats.org/drawingml/2006/main">
            <a:r>
              <a:t>https://github.com/OpenXiangShan/XiangShan/issues/3962</a:t>
            </a:r>
          </a:p>
          <a:p xmlns:a="http://schemas.openxmlformats.org/drawingml/2006/main">
            <a:r>
              <a:t>[{"kind": "标签", "url": "https://github.com/OpenXiangShan/XiangShan/issues/3962", "label_snapshot": "type: question/answered"}, {"kind": "判定", "url": "https://github.com/OpenXiangShan/XiangShan/issues/3962",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#3488  Why does only one execution unit support vppu? &amp; vcompress optimization suggestion</a:t>
            </a:r>
          </a:p>
          <a:p xmlns:a="http://schemas.openxmlformats.org/drawingml/2006/main">
            <a:r>
              <a:t>https://github.com/OpenXiangShan/XiangShan/issues/3488</a:t>
            </a:r>
          </a:p>
          <a:p xmlns:a="http://schemas.openxmlformats.org/drawingml/2006/main">
            <a:r>
              <a:t>[{"kind": "标签", "url": "https://github.com/OpenXiangShan/XiangShan/issues/3488", "label_snapshot": "type: question/answered"}, {"kind": "判定", "url": "https://github.com/OpenXiangShan/XiangShan/issues/3488",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#3200 rvv-bench: XiangShan performance problems</a:t>
            </a:r>
          </a:p>
          <a:p xmlns:a="http://schemas.openxmlformats.org/drawingml/2006/main">
            <a:r>
              <a:t>https://github.com/OpenXiangShan/XiangShan/issues/3200</a:t>
            </a:r>
          </a:p>
          <a:p xmlns:a="http://schemas.openxmlformats.org/drawingml/2006/main">
            <a:r>
              <a:t>[{"kind": "标签", "url": "https://github.com/OpenXiangShan/XiangShan/issues/3200", "label_snapshot": "type: problem/answered"}, {"kind": "判定", "url": "https://github.com/OpenXiangShan/XiangShan/issues/3200", "summary": "标签为 invalid、已答复问题或 duplicate；关闭本身不构成确认。"}]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#3012 Difftest failed on a RISC-V Vector memcpy workload with misaligned(in vlen granularity, not element) unit stride load</a:t>
            </a:r>
          </a:p>
          <a:p xmlns:a="http://schemas.openxmlformats.org/drawingml/2006/main">
            <a:r>
              <a:t>https://github.com/OpenXiangShan/XiangShan/issues/3012</a:t>
            </a:r>
          </a:p>
          <a:p xmlns:a="http://schemas.openxmlformats.org/drawingml/2006/main">
            <a:r>
              <a:t>[{"kind": "标签", "url": "https://github.com/OpenXiangShan/XiangShan/issues/3012", "label_snapshot": "type: bug/reported"}, {"kind": "最终评论核验", "url": "https://github.com/OpenXiangShan/XiangShan/issues/3012#issuecomment-2134233149", "summary": "作者cyyself：Fixed NEMU commit b9796f4ec8b8427b4fb995ec948ed345f1caeaf4", "quote": "Fixed [https://github.com/OpenXiangShan/NEMU/commit/b9796f4ec8b8427b4fb995ec948ed345f1caeaf4](https://github.com/OpenXiangShan/NEMU/commit/b9796f4ec8b8427b4fb995ec948ed345f1caeaf4) .", "quote_language": "original", "quote_note": "原评论逐行摘录；多行以换行连接，可能省略其他行"}]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#2890 Simulation hangs for longer running functions using the vector extension</a:t>
            </a:r>
          </a:p>
          <a:p xmlns:a="http://schemas.openxmlformats.org/drawingml/2006/main">
            <a:r>
              <a:t>https://github.com/OpenXiangShan/XiangShan/issues/2890</a:t>
            </a:r>
          </a:p>
          <a:p xmlns:a="http://schemas.openxmlformats.org/drawingml/2006/main">
            <a:r>
              <a:t>[{"kind": "标签", "url": "https://github.com/OpenXiangShan/XiangShan/issues/2890", "label_snapshot": "type: bug/reported"}, {"kind": "最终全评论复核", "url": "https://github.com/OpenXiangShan/XiangShan/issues/2890#issuecomment-2220740793", "summary": "维护者给出RTL修复PR3140/commit1a0c5d且报告者验证；同帖后续还有nexus-am与VS配置问题，不整帖算单一RTL缺陷", "quote": "We have fixed the issue at this commit(1a0c5d77fed8b13a9fa5f70d1f25d808a311dd7b) in this pull requests (https://github.com/OpenXiangShan/XiangShan/pull/3140). This will later be integrated into the master.", "quote_language": "original", "quote_note": "原评论逐行摘录；多行以换行连接，可能省略其他行"}]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原帖：github.com/OpenXiangShan/XiangShan/issues/5739。展示原始代码节选，不是独立可运行的完整测试。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原帖：github.com/OpenXiangShan/XiangShan/issues/6561。展示原始代码节选，不是独立可运行的完整测试。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原帖：github.com/OpenXiangShan/XiangShan/issues/5829。展示原始代码节选，不是独立可运行的完整测试。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原帖：github.com/OpenXiangShan/XiangShan/issues/5765。展示原始代码节选，不是独立可运行的完整测试。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原帖：github.com/OpenXiangShan/XiangShan/issues/5809。展示原始代码节选，不是独立可运行的完整测试。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原帖：github.com/OpenXiangShan/XiangShan/issues/5933。展示原始代码节选，不是独立可运行的完整测试。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原帖：github.com/OpenXiangShan/XiangShan/issues/5766。展示原始代码节选，不是独立可运行的完整测试。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原帖：github.com/OpenXiangShan/XiangShan/issues/5767。展示原始代码节选，不是独立可运行的完整测试。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原帖：github.com/OpenXiangShan/XiangShan/issues/6399。展示原始代码节选，不是独立可运行的完整测试。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原帖：github.com/OpenXiangShan/XiangShan/issues/6015。展示原始代码节选，不是独立可运行的完整测试。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https://github.com/OpenXiangShan/XiangShan/issues/6467</a:t>
            </a:r>
          </a:p>
          <a:p xmlns:a="http://schemas.openxmlformats.org/drawingml/2006/main">
            <a:r>
              <a:t>[{"url": "https://github.com/OpenXiangShan/XiangShan/issues/6467#issuecomment-5506320043", "body": "Thanks for your report. We'll look into this.", "user": {"login": "ChrisYzcc", "name": "ChrisYzcc", "email": null, "avatar_url": "https://avatars.githubusercontent.com/u/117955876?v=4", "id": 117955876}, "id": 5506320043, "pull_request_review_id": null, "in_reply_to_id": null, "created_at": null, "updated_at": null, "review": null, "side": null, "line": null, "start_line": null, "path": null, "body_html": "&lt;p dir=\"auto\"&gt;Thanks for your report. We'll look into this.&lt;/p&gt;"}, {"url": "https://github.com/OpenXiangShan/XiangShan/issues/6467#issuecomment-5522852062", "body": "Thank you for your report!  About your question:\n\n1. That's indeed a bug of `deqPtr` update, and it's the first time to be observed.\n2. The asymmetric `dataQueue.io.empty` gate between the `deqPtr` (:1272) and `rdataPtr` (:1302) inactive skips is intentional. We fixed it in #6474\n3. The vector unit of tip is under refactor, it may **can't execute complex vector instruction** (such as **stride** or **index** vector memory instruction) . The bug report base on `68901834` is all right.\n4. You can construct a test case: use a large number of stores with different cache lines to cause `Sbuffer` to have **L1 miss evictions** and then perform inactive vector stores.", "user": {"login": "weidingliu", "name": "weidingliu", "email": null, "avatar_url": "https://avatars.githubusercontent.com/u/47169884?v=4", "id": 47169884}, "id": 5522852062, "pull_request_review_id": null, "in_reply_to_id": null, "created_at": null, "updated_at": null, "review": null, "side": null, "line": null, "start_line": null, "path": null, "body_html": "&lt;p dir=\"auto\"&gt;Thank you for your report!  About your question:&lt;/p&gt;\n&lt;ol dir=\"auto\"&gt;\n&lt;li&gt;That's indeed a bug of &lt;code class=\"notranslate\"&gt;deqPtr&lt;/code&gt; update, and it's the first time to be observed.&lt;/li&gt;\n&lt;li&gt;The asymmetric &lt;code class=\"notranslate\"&gt;dataQueue.io.empty&lt;/code&gt; gate between the &lt;code class=\"notranslate\"&gt;deqPtr&lt;/code&gt; (:1272) and &lt;code class=\"notranslate\"&gt;rdataPtr&lt;/code&gt; (:1302) inactive skips is intentional. We fixed it in &lt;a class=\"issue-link js-issue-link\" data-error-text=\"Failed to load title\" data-id=\"5334191581\" data-permission-text=\"Title is private\" data-url=\"https://github.com/OpenXiangShan/XiangShan/issues/6474\" data-hovercard-type=\"pull_request\" data-hovercard-url=\"/OpenXiangShan/XiangShan/pull/6474/hovercard\" href=\"https://github.com/OpenXiangShan/XiangShan/pull/6474\"&gt;#6474&lt;/a&gt;&lt;/li&gt;\n&lt;li&gt;The vector unit of tip is under refactor, it may &lt;strong&gt;can't execute complex vector instruction&lt;/strong&gt; (such as &lt;strong&gt;stride&lt;/strong&gt; or &lt;strong&gt;index&lt;/strong&gt; vector memory instruction) . The bug report base on &lt;code class=\"notranslate\"&gt;68901834&lt;/code&gt; is all right.&lt;/li&gt;\n&lt;li&gt;You can construct a test case: use a large number of stores with different cache lines to cause &lt;code class=\"notranslate\"&gt;Sbuffer&lt;/code&gt; to have &lt;strong&gt;L1 miss evictions&lt;/strong&gt; and then perform inactive vector stores.&lt;/li&gt;\n&lt;/ol&gt;"}]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https://github.com/OpenXiangShan/XiangShan/issues/6168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https://github.com/OpenXiangShan/XiangShan/issues/4190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6a1bc654d40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2b697e2fc74801" /><Relationship Type="http://schemas.openxmlformats.org/officeDocument/2006/relationships/slideLayout" Target="/ppt/slideLayouts/slideLayout1.xml" Id="R1445ee220c2e44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5ee220c2e44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bf54deb0745b0" /><Relationship Type="http://schemas.openxmlformats.org/officeDocument/2006/relationships/notesSlide" Target="/ppt/notesSlides/notesSlide1.xml" Id="Rc1785ffd82ff4c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f3025f6634f7e" /><Relationship Type="http://schemas.openxmlformats.org/officeDocument/2006/relationships/notesSlide" Target="/ppt/notesSlides/notesSlide2.xml" Id="R2af1f2df97fe41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18976d95a4078" /><Relationship Type="http://schemas.openxmlformats.org/officeDocument/2006/relationships/notesSlide" Target="/ppt/notesSlides/notesSlide3.xml" Id="R07f691cfabc34d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39fbda9934fb0" /><Relationship Type="http://schemas.openxmlformats.org/officeDocument/2006/relationships/notesSlide" Target="/ppt/notesSlides/notesSlide4.xml" Id="R4eab60a7c8bf4e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2d76b34c7476a" /><Relationship Type="http://schemas.openxmlformats.org/officeDocument/2006/relationships/chart" Target="/ppt/slides/charts/chart1.xml" Id="R5b5996e508674c1f" /><Relationship Type="http://schemas.openxmlformats.org/officeDocument/2006/relationships/notesSlide" Target="/ppt/notesSlides/notesSlide5.xml" Id="R02d8c11e8a9f41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194d227c14cfd" /><Relationship Type="http://schemas.openxmlformats.org/officeDocument/2006/relationships/notesSlide" Target="/ppt/notesSlides/notesSlide6.xml" Id="Raf8c1fbd19024b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99be41ba44106" /><Relationship Type="http://schemas.openxmlformats.org/officeDocument/2006/relationships/notesSlide" Target="/ppt/notesSlides/notesSlide7.xml" Id="R842252e1b9f841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3181f1abd447d" /><Relationship Type="http://schemas.openxmlformats.org/officeDocument/2006/relationships/notesSlide" Target="/ppt/notesSlides/notesSlide8.xml" Id="Racace7617a0a4e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252c2abed494f" /><Relationship Type="http://schemas.openxmlformats.org/officeDocument/2006/relationships/notesSlide" Target="/ppt/notesSlides/notesSlide9.xml" Id="R3d7931b1ab834b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fd85a454d4157" /><Relationship Type="http://schemas.openxmlformats.org/officeDocument/2006/relationships/notesSlide" Target="/ppt/notesSlides/notesSlide10.xml" Id="R2a48b63a551e43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16dbf374445a3" /><Relationship Type="http://schemas.openxmlformats.org/officeDocument/2006/relationships/notesSlide" Target="/ppt/notesSlides/notesSlide11.xml" Id="R6eb0860245c149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89f1538b74d1a" /><Relationship Type="http://schemas.openxmlformats.org/officeDocument/2006/relationships/notesSlide" Target="/ppt/notesSlides/notesSlide12.xml" Id="Rcc8ace137b4345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e4b16de324be4" /><Relationship Type="http://schemas.openxmlformats.org/officeDocument/2006/relationships/notesSlide" Target="/ppt/notesSlides/notesSlide13.xml" Id="Rcbeee92f0aba49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592c42e6b45cd" /><Relationship Type="http://schemas.openxmlformats.org/officeDocument/2006/relationships/notesSlide" Target="/ppt/notesSlides/notesSlide14.xml" Id="Rca734e40b2b045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bed89f03444cf" /><Relationship Type="http://schemas.openxmlformats.org/officeDocument/2006/relationships/notesSlide" Target="/ppt/notesSlides/notesSlide15.xml" Id="Rc1fcd66a9ae344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05f5d681c44ea" /><Relationship Type="http://schemas.openxmlformats.org/officeDocument/2006/relationships/notesSlide" Target="/ppt/notesSlides/notesSlide16.xml" Id="R6f6ddd34097a4a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c4533564b4989" /><Relationship Type="http://schemas.openxmlformats.org/officeDocument/2006/relationships/notesSlide" Target="/ppt/notesSlides/notesSlide17.xml" Id="Rb7812a42df764e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964b6a969435f" /><Relationship Type="http://schemas.openxmlformats.org/officeDocument/2006/relationships/notesSlide" Target="/ppt/notesSlides/notesSlide18.xml" Id="R7ed375df9ae745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58b24b83c4a5d" /><Relationship Type="http://schemas.openxmlformats.org/officeDocument/2006/relationships/notesSlide" Target="/ppt/notesSlides/notesSlide19.xml" Id="R41831386251046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ae6121df74ecd" /><Relationship Type="http://schemas.openxmlformats.org/officeDocument/2006/relationships/notesSlide" Target="/ppt/notesSlides/notesSlide20.xml" Id="Rfd2f3157bc0e43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ae3cbaaba427d" /><Relationship Type="http://schemas.openxmlformats.org/officeDocument/2006/relationships/notesSlide" Target="/ppt/notesSlides/notesSlide21.xml" Id="Rb6c4d81e9b4541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070537d6e496b" /><Relationship Type="http://schemas.openxmlformats.org/officeDocument/2006/relationships/notesSlide" Target="/ppt/notesSlides/notesSlide22.xml" Id="Re58d756c95e54b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c5b38d8e647af" /><Relationship Type="http://schemas.openxmlformats.org/officeDocument/2006/relationships/notesSlide" Target="/ppt/notesSlides/notesSlide23.xml" Id="Rf4f96837cd1d47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c827567dd4627" /><Relationship Type="http://schemas.openxmlformats.org/officeDocument/2006/relationships/notesSlide" Target="/ppt/notesSlides/notesSlide24.xml" Id="R9af3009c6e904b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21690e735456d" /><Relationship Type="http://schemas.openxmlformats.org/officeDocument/2006/relationships/notesSlide" Target="/ppt/notesSlides/notesSlide25.xml" Id="R766ef8c09c8047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8d68023294cc8" /><Relationship Type="http://schemas.openxmlformats.org/officeDocument/2006/relationships/notesSlide" Target="/ppt/notesSlides/notesSlide26.xml" Id="R8dfa500f827246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158c42fd043d3" /><Relationship Type="http://schemas.openxmlformats.org/officeDocument/2006/relationships/notesSlide" Target="/ppt/notesSlides/notesSlide27.xml" Id="R0c3f6a33415a43e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bb284666b41b3" /><Relationship Type="http://schemas.openxmlformats.org/officeDocument/2006/relationships/notesSlide" Target="/ppt/notesSlides/notesSlide28.xml" Id="R32318bc9d0674d9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24e2a2ac34a9a" /><Relationship Type="http://schemas.openxmlformats.org/officeDocument/2006/relationships/notesSlide" Target="/ppt/notesSlides/notesSlide29.xml" Id="R5d2ca53ee17a473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2e41c2e9e446e" /><Relationship Type="http://schemas.openxmlformats.org/officeDocument/2006/relationships/notesSlide" Target="/ppt/notesSlides/notesSlide30.xml" Id="Rb5642b1ec12840e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a2a42ed254326" /><Relationship Type="http://schemas.openxmlformats.org/officeDocument/2006/relationships/notesSlide" Target="/ppt/notesSlides/notesSlide31.xml" Id="Re8e07893eb9147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7b88d069a46fb" /><Relationship Type="http://schemas.openxmlformats.org/officeDocument/2006/relationships/notesSlide" Target="/ppt/notesSlides/notesSlide32.xml" Id="R60634c6663284a1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882223f934be2" /><Relationship Type="http://schemas.openxmlformats.org/officeDocument/2006/relationships/notesSlide" Target="/ppt/notesSlides/notesSlide33.xml" Id="Rdeae6cbe3c17407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8cb4f0cf24257" /><Relationship Type="http://schemas.openxmlformats.org/officeDocument/2006/relationships/notesSlide" Target="/ppt/notesSlides/notesSlide34.xml" Id="R90a7f344d312476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588e925bd42b2" /><Relationship Type="http://schemas.openxmlformats.org/officeDocument/2006/relationships/notesSlide" Target="/ppt/notesSlides/notesSlide35.xml" Id="Rcb9ba8b3538347f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6e9ab523f4f49" /><Relationship Type="http://schemas.openxmlformats.org/officeDocument/2006/relationships/notesSlide" Target="/ppt/notesSlides/notesSlide36.xml" Id="R79ca97038915456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72d93eb2a4307" /><Relationship Type="http://schemas.openxmlformats.org/officeDocument/2006/relationships/notesSlide" Target="/ppt/notesSlides/notesSlide37.xml" Id="R18e9b9cf422b46b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6fd63ff074ef9" /><Relationship Type="http://schemas.openxmlformats.org/officeDocument/2006/relationships/notesSlide" Target="/ppt/notesSlides/notesSlide38.xml" Id="Rc210b042508c4d6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3cab873274d71" /><Relationship Type="http://schemas.openxmlformats.org/officeDocument/2006/relationships/notesSlide" Target="/ppt/notesSlides/notesSlide39.xml" Id="R159cbcccdf92457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84386d956483c" /><Relationship Type="http://schemas.openxmlformats.org/officeDocument/2006/relationships/notesSlide" Target="/ppt/notesSlides/notesSlide40.xml" Id="Rf707db29c13f43c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39ff1d69f43ac" /><Relationship Type="http://schemas.openxmlformats.org/officeDocument/2006/relationships/notesSlide" Target="/ppt/notesSlides/notesSlide41.xml" Id="Rcbb28696b25d40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Issue数量</c:v>
          </c:tx>
          <c:spPr>
            <a:solidFill xmlns:a="http://schemas.openxmlformats.org/drawingml/2006/main">
              <a:srgbClr val="666666"/>
            </a:solidFill>
          </c:spPr>
          <c:cat>
            <c:strRef>
              <c:f>'Chart Data'!$A$2:$A$8</c:f>
              <c:strCache>
                <c:ptCount val="7"/>
                <c:pt idx="0">
                  <c:v>03月</c:v>
                </c:pt>
                <c:pt idx="1">
                  <c:v>04月</c:v>
                </c:pt>
                <c:pt idx="2">
                  <c:v>05月</c:v>
                </c:pt>
                <c:pt idx="3">
                  <c:v>06月</c:v>
                </c:pt>
                <c:pt idx="4">
                  <c:v>07月</c:v>
                </c:pt>
                <c:pt idx="5">
                  <c:v>08月</c:v>
                </c:pt>
                <c:pt idx="6">
                  <c:v>09月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</c:v>
                </c:pt>
                <c:pt idx="1">
                  <c:v>18</c:v>
                </c:pt>
                <c:pt idx="2">
                  <c:v>21</c:v>
                </c:pt>
                <c:pt idx="3">
                  <c:v>10</c:v>
                </c:pt>
                <c:pt idx="4">
                  <c:v>8</c:v>
                </c:pt>
                <c:pt idx="5">
                  <c:v>3</c:v>
                </c:pt>
                <c:pt idx="6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F4EB1-A44B-449F-ADA9-202DC6A0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XiangShan V 扩展 Issue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75122-45E6-45DF-94D9-270E0C8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5C102-A76C-4917-AB90-5C669AA5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统计、确认依据与真实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EA527-2E33-435B-A53B-F54C414A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代码分类与 Mutation 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D8D6C-B791-4F1C-AC3A-0615A4B7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固定集合：89 个 Issue    核查日期：2026-09-17</a:t>
            </a:r>
          </a:p>
        </p:txBody>
      </p:sp>
    </p:spTree>
    <p:extLst>
      <p:ext uri="{BB962C8B-B14F-4D97-AF65-F5344CB8AC3E}">
        <p14:creationId xmlns:p14="http://schemas.microsoft.com/office/powerpoint/2010/main" val="1937345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BB8FA-D5EC-44F1-8CA6-56C4FB3E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Issue 集合概况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50494-5462-4C54-9DB9-E2BCE18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原始清单固定为 89 个 Issue，元数据按 GitHub 原帖校准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20093-45E2-4787-922A-F6650AAA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66875"/>
          <a:ext xmlns:a="http://schemas.openxmlformats.org/drawingml/2006/main" cx="108966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467600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统计项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 总数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创建时间范围（UTC）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2024-04-16 至 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 Open / 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57 / 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范围说明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包含 RTL、工具、重复、讨论与性能条目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031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23B0D-E496-4F53-A634-652DFCE9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作者数量与发帖时间（1）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C73EA-41E8-4867-A313-95CE76F9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时间为该作者在本次 89 条集合中的最早和最晚创建日期（UTC）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7C06F-3493-4B27-B636-8DD8D1F2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108966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09625"/>
                <a:gridCol w="904875"/>
                <a:gridCol w="952500"/>
                <a:gridCol w="5848350"/>
              </a:tblGrid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创建日期范围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2026-05-25 至 2026-09-11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2026-03-25 至 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2026-07-21 至 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2025-11-29 至 2026-05-11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 至 2026-04-22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 至 2026-06-13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2026-04-06 至 2026-04-08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2024-04-16 至 2025-01-16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cesarus777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2025-12-24 至 2025-12-24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nyh1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 至 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maplejty814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2026-06-26 至 2026-06-29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231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49D2D-83F3-4099-855F-A7C1C0C8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作者数量与发帖时间（2）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0EE30-7878-42C3-B8C7-DE63BD1F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时间为该作者在本次 89 条集合中的最早和最晚创建日期（UTC）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05363-DD84-4FD0-AEAD-592363E1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108966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09625"/>
                <a:gridCol w="904875"/>
                <a:gridCol w="952500"/>
                <a:gridCol w="5848350"/>
              </a:tblGrid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创建日期范围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0x1B05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2026-05-14 至 2026-05-14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biquanha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2026-03-19 至 2026-03-19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cyyself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2024-05-27 至 2024-05-27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H-Y-B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2024-11-29 至 2024-11-29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Hoshi44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2026-04-05 至 2026-04-05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I3eg1nner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2025-12-26 至 2025-12-26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jlong299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2024-12-10 至 2024-12-10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kds1123001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2026-08-24 至 2026-08-24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msuadOf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2026-08-24 至 2026-08-24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Security-HC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2026-06-26 至 2026-06-26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WaltJr-OH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2025-03-06 至 2025-03-06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572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E74BF-0B3A-406C-AA00-83F8474B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Issue 创建时间分布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1EB8D-F4BD-485E-8E99-008F5068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2026 年 75 条，2025 年 8 条，2024 年 6 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B8618-7B3B-400C-A24F-3F42147B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1047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5996e508674c1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9273F-5951-4537-982F-D51D1869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图中仅展示本次集合的 2026 年分布，不代表全仓库缺陷发生率。</a:t>
            </a:r>
          </a:p>
        </p:txBody>
      </p:sp>
    </p:spTree>
    <p:extLst>
      <p:ext uri="{BB962C8B-B14F-4D97-AF65-F5344CB8AC3E}">
        <p14:creationId xmlns:p14="http://schemas.microsoft.com/office/powerpoint/2010/main" val="116286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296D6-5678-4E0D-9E05-7B849546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香山确认的判定口径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4534-FCCC-48E5-B41D-28309D08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标签、最终评论、问题归属与修复证据分别记录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F8CD1-9AC2-4823-BC94-ADE57A39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45775-DDAE-4C04-9211-B096558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确认依据：明确的 confirmed / fixed 标签，或维护者对该问题的确认、修复说明。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98A30-F188-44F7-9F18-59B74655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归属另行判断：已确认问题可能属于 RTL、DiffTest、NEMU 或性能，不能合并统计。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0A847-60BD-4EC7-AB59-968E2B55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Open / Closed 与修复分开：#6561、#6015 仍 Open，但评论已有修复记录。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FEDC7-6F3D-463C-B6B7-9C652605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WIP、reported 或“稍后检查”不构成确认。分支线索与混合历史问题单列。</a:t>
            </a:r>
          </a:p>
        </p:txBody>
      </p:sp>
    </p:spTree>
    <p:extLst>
      <p:ext uri="{BB962C8B-B14F-4D97-AF65-F5344CB8AC3E}">
        <p14:creationId xmlns:p14="http://schemas.microsoft.com/office/powerpoint/2010/main" val="656637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FA6C1-0888-4BA8-8793-F6D8F0EA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89 条 Issue 的核验结果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A22A4-8387-46C8-B06E-26E275A6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43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904875"/>
                <a:gridCol w="6657975"/>
              </a:tblGrid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归类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已确认 RTL / 调试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 1 条重复映射 #6022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已确认工具问题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#5279 DiffTest，#5426 NEMU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已确认性能问题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#4190 的不必要依赖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行为对齐记录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#5725，维护者说明非功能 Bug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部分确认 / 分支相关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#2890、#6576，不能整帖直接计数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 / 非功能 / 重复等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含维护者否认、报告者撤回、历史记录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尚无充分确认依据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保留为待核查报告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Issue 计数，不等于独立 Bug 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0249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33226-5ABB-4B51-BF76-4B842889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确认结论中的关键区别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E189A-67BE-450C-B9BF-948FA51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4BA07-118D-46A5-B1D8-D88D8F2D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#6467：reported / WIP 标签仍在，但维护者明确确认 deqPtr 更新 Bug，并指向 PR #6474。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105A8-A9A0-4AA8-A3D9-98A9C420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#6168：维护者明确称为 known issue，属于调试触发器问题；原帖还没有完成可执行 PoC。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8A789-9E9C-4873-9135-4C8F5670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#5279 / #5426：分别属于 DiffTest 与 NEMU。#5725 属于保留行为的实现对齐。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E3D5D-6F5E-49DA-8DD2-945DC9FA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#6039：现有 9 个本地 PoC 的关联 Issue，目前仍是待确认报告，不列入后面的已确认 RTL 主表。</a:t>
            </a:r>
          </a:p>
        </p:txBody>
      </p:sp>
    </p:spTree>
    <p:extLst>
      <p:ext uri="{BB962C8B-B14F-4D97-AF65-F5344CB8AC3E}">
        <p14:creationId xmlns:p14="http://schemas.microsoft.com/office/powerpoint/2010/main" val="1720506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5BE39-A835-4AE4-96B2-F15E681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4FCA3-202F-47A8-B1C3-2D59F6DC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B1B7A-3741-410B-8879-B5BA1B3A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vlse32.v 异常 mtval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vl=0 / VS Dirty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报告撤回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vssubu.vx / vxsat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masked vsrl.vv 挂死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vcpop.m 非对齐组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vdiv.vx 除零挂死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向量/标量页错 stval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245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BBCA9-FDB3-4E42-BE7D-1BACAAFB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清单（2/13）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54CAF-11C3-4EB1-9571-FF716B05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83CC5-9084-473C-88EB-E99176D4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#6536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vmadc.vi mask tail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vsseg2e16.v 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连续异常 mtval 陈旧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vsseg3e32.v uop 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2026-09-02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StoreQueue 指针回绕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msuadOf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move / merge 组对齐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kds1123001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 VSEW 的 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233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3DB9F-1B0C-4EB9-826F-FE4F8D3B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清单（3/13）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44D73-C686-4BCC-BFB9-AC44A93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45F4A-A1D2-4221-8641-5729316D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#6399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2026-08-21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 store fault mtval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#6302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reserved VSEW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未实现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vstart / 未实现指令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store fault mcause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目的寄存器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/ I/O PMA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页错后的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423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DE00F-3E8A-4CE6-A3FC-882E2497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清单（4/13）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C7E33-5260-458E-A182-E58ABF21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84D62-7EF5-4F0A-8865-7BCAFF0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fault 后 AMO 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#6262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2026-07-21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wndmll643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未映射页 segment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#6168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maplejty814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watchpoint 丢失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#6152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Security-HC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扩展结果高位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#6151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maplejty814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vl=0 segment 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浮点冗余舍入代码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store 提交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06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571A4-5D97-46DB-9C67-38A6F2AC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清单（5/13）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FB76C-D8BB-44F9-959B-B88DB057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6D696-8706-4DC3-A167-41C72D43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whole load 的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废弃 VMask 模块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genVUopOffset 的 nf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VPermSrcType 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2026-06-07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LeeHaofeng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明确非Bug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vfrec7 / fflags 格式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load fault 的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rd=x0 的 vsetvl 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3147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BD6ED-968E-4E1D-840F-B56A03B4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清单（6/13）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F1A71-189D-404A-A3D4-3C136185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D0B9D-8C30-47BF-A8C4-623B651C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nyh1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vmvnr 寄存器对齐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nyh1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vmv1r /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异常 CSR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nyh1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明确非Bug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vfsgnj / FS Dirty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 load 挂死重复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lhb-sec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load 未映射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0x1B05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跨页 / replay assertion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0685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B0F5C-B194-495F-A7D5-0814714C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清单（7/13）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0CF15-3950-4D9E-9994-AA57C059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1626F-66F3-42A8-BFC5-CCDDB71A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vsse16.v 的 mtval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masked segment 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zero-stride segment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segment 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misaligned FOF field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active byte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参考模型内存大小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0089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82098-3294-4EC3-B23B-AAD42737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清单（8/13）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D92A4-D45C-4405-84E9-CC9F01FB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4D29D-2B59-4948-BE23-D2901267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vsext 元素选取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自报重复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vmv.x.s 重复报告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自报重复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frm 重复报告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store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2026-05-08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reserved vmv&lt;nr&gt;r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vmerge 的 vd=v0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三指令流水 assertion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6292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574DB-F0A1-4C81-9442-D2AAECF2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清单（9/13）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722DF-86A5-466E-8161-2C7C2220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838B0-A20D-46F5-AB36-4D83EDC7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vzext.vf8 零扩展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whole load 高位截断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mixed-EEW strided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vfmv.f.s NaN-box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jimmymtest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vmv.x.s 符号扩展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vill 后 vmv.x.s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vsse16.v 的 vstart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806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790CF-23E5-4685-8281-8BFCE826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清单（10/13）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0F655-D96B-4908-A95D-653DF8A9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B3E77-B98A-4783-8FDC-19C634F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模型配置/自修改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MinimalConfig 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vmv4r.v 组对齐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异常时部分写回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zhangkanqi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store mtval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Hoshi44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 move / merge frm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segment FOF 内部异常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2124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A1075-9710-4C47-963F-C2319030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清单（11/13）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F26BE-EC3C-4C26-8172-630A1AFF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7C493-35A0-4CCD-A592-26099915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 后立即读 vl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2026-04-03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确认RTL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vlm.v mask tail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vsetvli 后立即读 vl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KnightGOKU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行为对齐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reserved vsetvl 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2026-03-19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biquanha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无效向量访存报告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I3eg1nner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VectorFloatFMA 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cesarus777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确认工具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NEMU vfredusum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8563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2D461-1CD3-40E9-9C8F-C3F5F422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清单（12/13）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0F728-88B6-499A-B41A-AA4ED6D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2ED8D-5757-4ECC-BE1B-18C87A56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cesarus777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indexed store assertion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#5424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cesarus777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DiffTest 重复映射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#5288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2025-12-01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自修改覆盖 fence.i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2025-11-29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youzi27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确认工具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DiffTest store commit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#4368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2025-03-06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WaltJr-OH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VLEN 配置讨论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#4190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2025-01-16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向量吞吐/假依赖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#4017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2024-12-10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jlong299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store-load 检查讨论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2273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E9EAF-C2A0-4656-869D-A2A5C27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全量 Issue 清单（13/13）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A4094-6615-42FE-A6E9-3C2FB39A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“确认/修复”表示已有修复证据；日期均为 UTC；详细依据见本页备注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0563A-AF24-4CFF-8A71-EFB108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666875"/>
                <a:gridCol w="1666875"/>
                <a:gridCol w="904875"/>
                <a:gridCol w="1714500"/>
                <a:gridCol w="40386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创建日期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作者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确认/归属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#3962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2024-11-29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H-Y-B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V 扩展配置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#3488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2024-09-03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vcompress 优化建议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#3200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2024-07-14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讨论/建议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RVV benchmark 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#3012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2024-05-27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cyyself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工具历史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NEMU 历史修复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#2890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2024-04-16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camel-cdr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部分确认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长程序/多问题历史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6545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B6981-E639-4F83-9603-76E49A0B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已确认 RTL 问题的代码分组（1）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41081-D754-4D22-9FC5-1DF42ECE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按目标触发代码与观察点归组，共 28 条，含 1 条重复映射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37FF4-E27B-43F3-A34C-D75AF29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29125"/>
                <a:gridCol w="389572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代码形态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共同结构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/ CSR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#5739、#6561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配置或状态写入后立即观察 CSR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 / 标量扩展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#5829、#5830、#5840、#5928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不同位宽、符号位、完整结果读回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 / tail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先清寄存器，再 load / store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非法编码 / 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#5772、#5809、#5865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非法组对齐、vill、vd=v0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合法访存数据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#5831、#5832、#5932、#5933、#5934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mixed-EEW、whole、segment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9691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24D20-0862-4592-8741-F31FEF4F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已确认 RTL 问题的代码分组（2）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285A8-50FC-4B09-B57F-A97CC4AD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按目标触发代码与观察点归组，共 28 条，含 1 条重复映射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EF7AD-E6F3-489B-A302-5F6BEC4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29125"/>
                <a:gridCol w="389572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代码形态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共同结构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#5766、#5767、#5930、#5931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受控 fault 或 active 数据比较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异常地址链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#5943、#6399、#6482、#6540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故障地址与连续异常后状态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访存活性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#6015、#6022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未映射地址和提交进度；含重复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流水队列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#6467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压力前序、inactive store、回绕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静态实现 / 调试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#5768、#6168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有实现代码，未提供完整执行 PoC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6854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42AAC-AA77-4116-9442-2F5EB161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PoC：配置后立即读取 vl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2B38E-DFBE-4E01-9886-789D963F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配置与 CSR 组，原帖 #5739 的最小程序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2225D-1C4A-4DF1-81B9-F6499126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8074E-46BC-4740-BB51-521B12DB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t6, 0x600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csrs mstatus, t6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16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t1, a0, e8, m1, ta, ma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t2, vl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BC0A2-863B-4096-A882-40D75330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预期 t1=t2=16，原始故障为 t2=0。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维护者定位 VL bypass 错误并给出修复 PR #5743。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B7B37-E1B4-43D7-BFCD-3F3EB5D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原帖：github.com/OpenXiangShan/XiangShan/issues/5739</a:t>
            </a:r>
          </a:p>
        </p:txBody>
      </p:sp>
    </p:spTree>
    <p:extLst>
      <p:ext uri="{BB962C8B-B14F-4D97-AF65-F5344CB8AC3E}">
        <p14:creationId xmlns:p14="http://schemas.microsoft.com/office/powerpoint/2010/main" val="17915274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1044D-5EBB-4442-AEEC-83EA3D9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PoC：vl=0 时的 VS 状态副作用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FF3B9-0ACE-47A8-A2AD-9300A3F1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配置与 CSR 组，原帖 #6561 的 failing seed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47049-DE76-4B28-9023-A340D9A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56671-9A0A-4248-A99F-72328D68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main: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csrwi vcsr, 4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csrwi vstart, 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vsetivli zero, 0, e64, m1, tu, 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fmv.x.d s7, fa0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csrrw t2, sstatus, s7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vsseg4e32.v v13, (t6), v0.t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1310D-F4D1-4E10-B02A-71A0C65A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初值 fa0=0xffffffffbf361d42，使 VS=Clean。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本例 vstart=0、vl=0，观察 VS 是否错误变 Dirty，不能忽略 vstart 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4FD61-2BB9-4F81-9E2F-FD430C22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原帖：github.com/OpenXiangShan/XiangShan/issues/6561</a:t>
            </a:r>
          </a:p>
        </p:txBody>
      </p:sp>
    </p:spTree>
    <p:extLst>
      <p:ext uri="{BB962C8B-B14F-4D97-AF65-F5344CB8AC3E}">
        <p14:creationId xmlns:p14="http://schemas.microsoft.com/office/powerpoint/2010/main" val="20401464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9A6BF-F689-4CD6-BCA1-4147B583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PoC：窄整数移到标量后的符号扩展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505DD-0395-4607-B824-BA91E12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数据扩展组，原帖 #5829 的 user_code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D11EE-D316-4D6B-A595-ED41158D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17483-DB2C-4DFA-937F-103EC42F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vsetivli x0, 2, e64, m1, ta, ma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 v9,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vsetivli x0, 1, e32,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      x10, data_word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vle32.v  v9, (x10)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vmv.x.s  x15, v9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 x16, 0xffffffffe01d7b92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 gp, 1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beq      x15, x16, exit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 gp,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15109-4218-4FB3-990D-AEA6FFD2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data_word 的值为 0xe01d7b92，预期 x15 为其 XLEN 符号扩展。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省略 VS/FS 初始化、trap handler、退出和数据段，其余扩展类按完整目标结果比较。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7951B-DE88-46A2-A5E1-B8E8C7DB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原帖：github.com/OpenXiangShan/XiangShan/issues/5829</a:t>
            </a:r>
          </a:p>
        </p:txBody>
      </p:sp>
    </p:spTree>
    <p:extLst>
      <p:ext uri="{BB962C8B-B14F-4D97-AF65-F5344CB8AC3E}">
        <p14:creationId xmlns:p14="http://schemas.microsoft.com/office/powerpoint/2010/main" val="2892249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01151-DF6B-4067-B60E-2064247D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PoC：mask load 后完整读回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BBD13-BE44-48FE-8BBA-4C50151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mask / tail 组，原帖 #5765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E940E-B8E8-4BB4-9B14-1465F1B4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1856D-FC33-4B37-90E7-B673EBBB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16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t0, a0, e8,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v0,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10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t0, a0, e8,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a1, mask_data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vlm.v v0, (a1)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a2, out_data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vsm.v v0, (a2)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B65C8-44D2-4E2A-90BB-DEDC2C71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mask_data 与 expected_data 均为 .byte 0x80, 0x03。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原程序逐字节比较读回数据，省略初始化、比较循环和 trap handler。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7C6B6-2B87-4177-9ACB-151E0763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原帖：github.com/OpenXiangShan/XiangShan/issues/5765</a:t>
            </a:r>
          </a:p>
        </p:txBody>
      </p:sp>
    </p:spTree>
    <p:extLst>
      <p:ext uri="{BB962C8B-B14F-4D97-AF65-F5344CB8AC3E}">
        <p14:creationId xmlns:p14="http://schemas.microsoft.com/office/powerpoint/2010/main" val="6140476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81873-FEE6-40C7-A075-476D6031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PoC：非法 vtype 后执行向量指令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DC2E5-4BD9-4628-B2DF-69BD4F6A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非法编码 / 上下文组，原帖 #5809 的关键序列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D2B49-BA25-4437-AE0D-26F1057A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6D857-A2F7-4637-9DA2-666B1F02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x21, x21, 992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x23, vl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x22, vtype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vmv.x.s x21, v16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8F4B8-51CA-4AFD-BA13-DA503ADC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原日志：vl=0，vtype=0x8000000000000000（vill=1）。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预期 mcause=2、mtval=0x43002ad7。原故障却提交了 x21 写回。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806C4-7AAE-4C75-9740-F8021AA5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原帖：github.com/OpenXiangShan/XiangShan/issues/5809</a:t>
            </a:r>
          </a:p>
        </p:txBody>
      </p:sp>
    </p:spTree>
    <p:extLst>
      <p:ext uri="{BB962C8B-B14F-4D97-AF65-F5344CB8AC3E}">
        <p14:creationId xmlns:p14="http://schemas.microsoft.com/office/powerpoint/2010/main" val="9730350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4B1E2-7602-4BC3-B4C6-142714E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PoC：零 stride 的 segment 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BCC89-D3D6-4ACE-B40F-987172E1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合法访存数据组，原帖 #5933 的触发指令节选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48703-D21A-4BEC-BCC8-8C7205B3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A2A38-58E9-487B-BEFA-0679A7A4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x9, 0x8fffffb8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x10, 0x3803444b2551a2ae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sd      x10, 16(x9)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x10, 0x1000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sd      x10, 24(x9)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# ... original intervening instructions omitted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     x8, 0x8fffffcd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vlsseg3e64.v v18, (x8), x19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7520B-D044-4722-8329-A6A6BBE2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原始触发状态：SEW=64、LMUL=1、x19=0，base 未对齐。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节选保留关键内存写入与目标指令，其余前置代码见原帖，逐 field 比较 active 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2904B-C1A3-4F97-8A25-4E0343F5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原帖：github.com/OpenXiangShan/XiangShan/issues/5933</a:t>
            </a:r>
          </a:p>
        </p:txBody>
      </p:sp>
    </p:spTree>
    <p:extLst>
      <p:ext uri="{BB962C8B-B14F-4D97-AF65-F5344CB8AC3E}">
        <p14:creationId xmlns:p14="http://schemas.microsoft.com/office/powerpoint/2010/main" val="4385300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D6323-00E6-4D3B-A28E-5E5F4E4B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PoC：FOF 后立即读取缩短的 vl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243E7-D1B6-4648-A79B-489B4BD9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FOF 组，原帖 #5766 的 payload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24927-99E0-41E5-B2B3-59BD1F46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D0003-AEEB-4550-83B5-1D40285A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8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t3, a0, e8,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v8,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a1, deny_start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addi a1, a1, 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vle8ff.v v8, (a1)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t4, vl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t0, observed_vl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sw t4, 0(t0)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9FB61-2B3A-4C62-97C0-EDF7863B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原程序用 PMP 将 deny_start 至 deny_end 设为不可访问。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前 7 字节可访问，第 8 字节 fault：期望读取 vl=7，原报告得到 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54878-E250-41ED-884E-B33642F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原帖：github.com/OpenXiangShan/XiangShan/issues/5766</a:t>
            </a:r>
          </a:p>
        </p:txBody>
      </p:sp>
    </p:spTree>
    <p:extLst>
      <p:ext uri="{BB962C8B-B14F-4D97-AF65-F5344CB8AC3E}">
        <p14:creationId xmlns:p14="http://schemas.microsoft.com/office/powerpoint/2010/main" val="10659008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645CB-1643-41FB-A8D1-B92390EF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PoC：FOF segment 的后元素 fault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34724-9B65-4051-A73B-3F38AAB6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FOF 组，原帖 #5767 的 payload 节选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A6E1C-4F50-4930-8931-BD685996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0D936-728B-4CC7-B28D-92DCCCC7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8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t3, a0, e8, m1, tu, mu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v16, 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vmv.v.i v17,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la a2, deny_start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addi a2, a2, -12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vlseg2e8ff.v v16, (a2)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t4, vl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C25EE-3907-42BF-A95F-223BC70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同样使用 PMP deny 区，nf=2，每元素占 2 字节，故障落在后续元素。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原报告触发内部 critical error，期望按 FOF 语义处理。省略 PMP 初始化和 handler。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97F3A-7E32-42D5-92D2-60C09035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原帖：github.com/OpenXiangShan/XiangShan/issues/5767</a:t>
            </a:r>
          </a:p>
        </p:txBody>
      </p:sp>
    </p:spTree>
    <p:extLst>
      <p:ext uri="{BB962C8B-B14F-4D97-AF65-F5344CB8AC3E}">
        <p14:creationId xmlns:p14="http://schemas.microsoft.com/office/powerpoint/2010/main" val="2857744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DE168-C814-47D9-9CDC-F786696E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PoC：向量异常后的标量异常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78717-571E-4822-8AE6-EB417BCD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连续异常 / fault 地址组，原帖 #6399 的关键序列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01AA0-8ACD-4204-B88B-62F7EDBA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993A6-F1DB-4B4E-9AD7-9E49ED4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vsetivli x0, 4, e32, m1, ta, ma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vsse32.v v11, (t4), s1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a5, 0x0000020000000000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t2, 0x917af882bf50788e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srl t6, t2, a5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sb sp, -1918(t6)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33A92-E245-433B-B7DC-FC415D15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向量 store 与后续标量 store 依次触发 access fault。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原程序通过 handler 恢复执行，检查第二次 mtval 为本次地址，不能残留第一次地址。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7200C-E7D3-4225-A277-51B63FF1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原帖：github.com/OpenXiangShan/XiangShan/issues/6399</a:t>
            </a:r>
          </a:p>
        </p:txBody>
      </p:sp>
    </p:spTree>
    <p:extLst>
      <p:ext uri="{BB962C8B-B14F-4D97-AF65-F5344CB8AC3E}">
        <p14:creationId xmlns:p14="http://schemas.microsoft.com/office/powerpoint/2010/main" val="4560850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0708F-9008-4AF5-B10F-D89DAE5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PoC：未映射地址上的 indexed load 挂死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56ADD-10C6-4D29-8B3C-9F2133B2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访存活性组，原帖 #6015 的反汇编摘录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82760-1A6E-4415-8785-7823514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49805-D878-441E-9A53-B475A047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80001234:  fcvt.d.l    fa7, a7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80001238:  sha256sum0  s7, a7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8000123c:  aes64ds     sp, s6, s7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80001240:  vluxei32.v  v25, (a1), v17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80001244:  aes64ks2    s4, s4, a4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26C26-0EE3-422B-AE62-85241C80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a1=0x4ff0b1eb，VL=4，SEW=32，LMUL=1，各索引地址落入未映射区域。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观察异常与提交进度，原报告有 15000 周期无提交。附件提供 ELF，不是汇编源码。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62897-6277-460A-9E23-0C4927C8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原帖：github.com/OpenXiangShan/XiangShan/issues/6015</a:t>
            </a:r>
          </a:p>
        </p:txBody>
      </p:sp>
    </p:spTree>
    <p:extLst>
      <p:ext uri="{BB962C8B-B14F-4D97-AF65-F5344CB8AC3E}">
        <p14:creationId xmlns:p14="http://schemas.microsoft.com/office/powerpoint/2010/main" val="210000663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08EA4-5DB6-4A76-8E5B-2A42F472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流水队列 PoC：必须保留压力前序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D45E4-CABC-43AC-9FAC-84EF257D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0D643-9ABB-443E-861D-E70E73A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#6467 原帖故障指令：vse16.v v10, (t1)，t1=0x80060050。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5DCC2-F089-47B5-9B30-A3D4DE70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触发依赖：队列接近回绕、已提交 inactive 项、dataQueue 非空。单独一条 store 不能代表完整复现程序。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3E5D9-23F2-4324-8961-6A55912F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原始观察：deqPtr 超过 rdataPtr 的 assertion；禁用 assertion 后出现 store commit 地址 / mask 差异。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435C8-6168-4169-9A3D-095B1DCE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维护者确认 deqPtr 更新问题，并说明非对称门控本身是设计选择。附件列出源码与反汇编，此次下载未成功。</a:t>
            </a:r>
          </a:p>
        </p:txBody>
      </p:sp>
    </p:spTree>
    <p:extLst>
      <p:ext uri="{BB962C8B-B14F-4D97-AF65-F5344CB8AC3E}">
        <p14:creationId xmlns:p14="http://schemas.microsoft.com/office/powerpoint/2010/main" val="1608345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B2A51-4A43-4230-962E-D175548B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静态代码证据：FOF 的 watchpoint 丢失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14A47-7A86-4D18-8922-89D4CCA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#6168，维护者确认 known issue；原帖不是完成的汇编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92512-31C1-487A-8304-2F626ED3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90110-4836-4F44-9343-DA8E8AA3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when(!entry.fof || vstart === 0.U){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entry.vstart       := vstart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entry.exceptionVec := selExceptionVec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entry.uop.trigger  := selPort.trigger   // trigger only saved here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entry.vaddr        := vaddr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...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}.otherwise{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  entry.vl           := Mux(entry.vl &lt; vstart, entry.vl, vstart)  // trigger lost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8E5EE-6654-4A79-8D1E-490AC7DA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后元素 FOF 进入 otherwise 分支，仅更新 vl，原报告指出 trigger 未保存。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#5768 同样以 frm 检查的实现条件为证据，二者需要另建执行级测试。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B7B0F-553E-4F0B-82F0-3BB39DE1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原帖：github.com/OpenXiangShan/XiangShan/issues/6168</a:t>
            </a:r>
          </a:p>
        </p:txBody>
      </p:sp>
    </p:spTree>
    <p:extLst>
      <p:ext uri="{BB962C8B-B14F-4D97-AF65-F5344CB8AC3E}">
        <p14:creationId xmlns:p14="http://schemas.microsoft.com/office/powerpoint/2010/main" val="3163545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400F0-E746-4E03-852D-B8ECE7EE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性能代码单列：LMUL=2 的吞吐测试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C5FF7-E87D-484B-AC7F-C1837E7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#4190 原帖 bench_vaddvv_m2 节选，UNROLL=8，LOOP=64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45D6C-09D4-42DD-BC30-82A2FA5A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F1EEB-25B9-4CDF-BAB5-50DDF9F5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394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vsetvli t0, x0, e32, m2, ta, ma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li a0, LOOP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a1, cycle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1: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.rept UNROLL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vadd.vv v8,v16,v24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vadd.vv v10,v18,v26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vadd.vv v12,v20,v28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vadd.vv v14,v22,v30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.endr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addi a0, a0, -1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bnez a0, 1b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fence.i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csrr a0, cycle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22222"/>
                </a:solidFill>
                <a:latin typeface="Menlo"/>
                <a:ea typeface="Menlo"/>
                <a:cs typeface="Menlo"/>
              </a:rPr>
              <a:t>sub a0, a0, a1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9E5A1-7A0F-4542-8161-A11129F0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观察 cycle 差值。维护者确认不必要的 vd 依赖并给出 PR #4198，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LMUL=1 的每周期解码限制则是另一项设计取舍。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C30C8-39E1-46ED-809C-4964D1DB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原帖：github.com/OpenXiangShan/XiangShan/issues/4190</a:t>
            </a:r>
          </a:p>
        </p:txBody>
      </p:sp>
    </p:spTree>
    <p:extLst>
      <p:ext uri="{BB962C8B-B14F-4D97-AF65-F5344CB8AC3E}">
        <p14:creationId xmlns:p14="http://schemas.microsoft.com/office/powerpoint/2010/main" val="20081051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48A19-4EF7-480D-909C-4C2A0D5B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PoC 可用性与解释边界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B2CAE-F517-4753-9865-EF5E899E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F049D-1E8F-4045-B0B7-83DCA306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完整源码、关键指令节选、反汇编和实现代码分别标注，不能视作同一种证据。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03F8D-2DA4-4EF0-8B74-82C9A0CD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#5772 附件包含 .S 源码；#6015 附件仅有 1 个 ELF；#6482 附件含 98 个 ELF。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A8E88-10FB-4B66-B1BB-E8A93F6E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#5768 / #6168 只有实现级证据或未完成执行 PoC；#6467 的压力程序附件本次未成功下载。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45859-6BEB-4EBB-A0A2-88D14338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#2890 混合历史 RTL 修复、nexus-am 与配置问题；#6576 有 v2 修复线索和 v3 移植计划，均不整帖计入严格确认 RTL 数。</a:t>
            </a:r>
          </a:p>
        </p:txBody>
      </p:sp>
    </p:spTree>
    <p:extLst>
      <p:ext uri="{BB962C8B-B14F-4D97-AF65-F5344CB8AC3E}">
        <p14:creationId xmlns:p14="http://schemas.microsoft.com/office/powerpoint/2010/main" val="18180841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6F7A6-0A83-41C3-AA6D-519C5741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Mutation 建议：围绕触发条件做变异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1C6FB-A2DD-45AD-A053-54AC1E55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以下是基于真实 PoC 的测试设计建议，不是已完成的实验结果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D6567-9A49-46B2-97E8-EA5FE9D9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49775-1F0B-4614-AD29-B795AAF6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先保留原始 PoC 的分支、commit、初值、内存布局与 oracle，建立能够稳定运行的基线。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5F8F6-6244-4189-A6E3-62A2F33D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每次改变一个关键维度，并加入相邻合法或无故障对照，再做有约束的组合覆盖。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5D5F9-0A1D-4D0F-B868-489C3FE6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保留预期非法和内存异常样本，不能只回放 Retire_Success。目标指令后增加 CSR、寄存器或内存观察。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62A9A-5447-46A4-A8B6-7C3F1990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每个变体关联原 Issue；输入不同不等于新的根因。性能、参考模型和 RTL 结果分别统计。</a:t>
            </a:r>
          </a:p>
        </p:txBody>
      </p:sp>
    </p:spTree>
    <p:extLst>
      <p:ext uri="{BB962C8B-B14F-4D97-AF65-F5344CB8AC3E}">
        <p14:creationId xmlns:p14="http://schemas.microsoft.com/office/powerpoint/2010/main" val="4279505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59D9D-E196-4315-A1F3-600735AC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Mutation：CSR、数据与合法性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C3A45-2B7B-4D2B-A0C1-6774781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39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714750"/>
                <a:gridCol w="48958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目标形态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优先变异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必须保持与观察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/ CSR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AVL、SEW、LMUL；CSR 相邻距离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保持可执行配置，比较返回 rd 与新 vl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 状态副作用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vl=0/1；vstart=0/非0；Clean/Dirty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区分是否改变向量状态，再判断 Dirty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数据扩展 / NaN-box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SEW、符号边界、扩展倍率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完整标量 / 向量读回，高位必须检查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 / tail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 边界、位图、tu/ta、mu/ma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先写唯一哨兵，期望遵循具体策略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非法编码 / 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vill、组对齐、reserved 字段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修改字段时保留其他前提，检查 trap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73200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7EC53-7A90-4EDC-8CDF-B9C2FF75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Mutation：内存、异常与活性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6833A-3102-45F8-BF75-DB626902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905250"/>
                <a:gridCol w="47053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目标形态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优先变异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Oracle / 对照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合法 load / store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stride=0/非0，nf、EEW、base 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lane / field 唯一数据，完整读回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fault 位于首/后元素；PMP 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vl、部分结果、异常种类，无故障对照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 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地址 A/B、load/store 方向、特权级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mtval/stval 应属于本次 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队列 / 活性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cache-line 压力、inactive 项、回绕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提交进度、assertion、commit 地址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调试 / 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watchpoint 与 FOF；依赖与 LMUL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2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调试事件独立监测，性能单列 cycle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875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8D0FC-8654-44C7-97B7-8B6F15AB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建议实施顺序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01D1C-5173-4F59-895D-987D6219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666"/>
                </a:solidFill>
                <a:latin typeface="PingFang SC"/>
                <a:ea typeface="PingFang SC"/>
                <a:cs typeface="PingFang SC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6CA09-5E1C-4C91-B876-71E08A60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第一阶段：使用已有真实源码，补齐 CSR、标量扩展、mask、非法指令的明确 oracle。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F298F-EC2A-49DE-9282-900819FB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第二阶段：搭建可控内存与 trap handler，按 FOF、segment、连续 fault 的原始结构扩展。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F8668-D26E-4E61-B508-984219E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第三阶段：保留压力序列与提交日志，覆盖队列回绕、挂死及调试触发器，性能使用独立预算。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B9299-029F-409D-A353-29383AB4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每次输出记录关联 Issue、原始 PoC、变异参数和完整初值，附预期/实际结果及最小化程序。</a:t>
            </a:r>
          </a:p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确认问题与变体分别计数。</a:t>
            </a:r>
          </a:p>
        </p:txBody>
      </p:sp>
    </p:spTree>
    <p:extLst>
      <p:ext uri="{BB962C8B-B14F-4D97-AF65-F5344CB8AC3E}">
        <p14:creationId xmlns:p14="http://schemas.microsoft.com/office/powerpoint/2010/main" val="854952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2026-09-17T14:20:29.8070000Z</dcterms:created>
  <dcterms:modified xsi:type="dcterms:W3CDTF">2026-09-17T14:20:29.8070000Z</dcterms:modified>
</coreProperties>
</file>